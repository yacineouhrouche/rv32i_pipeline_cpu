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11715"/>
    <p:restoredTop sz="94686"/>
  </p:normalViewPr>
  <p:slideViewPr>
    <p:cSldViewPr snapToGrid="0">
      <p:cViewPr>
        <p:scale>
          <a:sx n="105" d="100"/>
          <a:sy n="105" d="100"/>
        </p:scale>
        <p:origin x="1856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20:45:44.6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CFD2D2-3D4F-3E4C-8CAA-942597EB40DA}" type="datetimeFigureOut">
              <a:rPr lang="en-US" smtClean="0"/>
              <a:t>3/26/26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8CD5BC-E3D4-6A44-AFF2-6B3405E0AD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132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8CD5BC-E3D4-6A44-AFF2-6B3405E0AD0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953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06380-331A-D0EB-3AA3-1A3339528E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E36056-3423-AABC-D812-98B1835B6B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0A3B9D-39D6-3474-03F1-2E3484B76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A0D15-6681-C249-B9EE-45B642754B93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987DA4-C741-65FD-5E9B-8FB3CDE42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B5A001-22E2-7D72-5D8C-5CFD3B322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0506C-0513-6E4A-96E4-3A51E79A5C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2074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99ED4-7076-90BF-BB5A-3594EC677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3914AD-3BC0-A46F-9A2E-90291E4F84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CCDA99-32B6-BD31-E5D6-278E9C5AC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A0D15-6681-C249-B9EE-45B642754B93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A4E0F1-0911-D474-3395-1CEA5BA07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45C8D2-6A86-45FA-52B3-2816BBFFA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0506C-0513-6E4A-96E4-3A51E79A5C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5829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233D4-42CC-EC14-11C0-60B20D40F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61D00D-BBA2-978F-47B9-BB37DBCF9C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7D986A-DA04-978E-0A64-2C2FB65EE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A0D15-6681-C249-B9EE-45B642754B93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70344F-A52C-68FB-59AE-A1F018F62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D81125-5EFD-480A-A984-B0C103521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0506C-0513-6E4A-96E4-3A51E79A5C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1447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D9597-03F2-F333-434D-F1D4FCBAB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E99117-2DE9-DE25-7314-4C149A2D5C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F989D4-45A6-C9FB-967B-CCB6605CB2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9A7BE7-D1CB-0052-B615-043B2D5B3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A0D15-6681-C249-B9EE-45B642754B93}" type="datetimeFigureOut">
              <a:rPr lang="en-US" smtClean="0"/>
              <a:t>3/26/26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6B2E19-DAC8-3B1C-2608-6043889A8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3A7A44-C1F7-08B5-CEF8-1F49106D8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0506C-0513-6E4A-96E4-3A51E79A5C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618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6C7E5-BE2C-27DC-5A74-8F115BFAF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225801-1156-A0B5-D9A8-9360EF1C88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0C4A78-5E1E-E8F2-9EA6-785FF17A18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D1AF3A-0103-F5D1-ABC4-7B3C762DC7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045D5D-3074-730F-1BB3-5ED1641F23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266F86-2821-01F4-4C9C-0E83A8537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A0D15-6681-C249-B9EE-45B642754B93}" type="datetimeFigureOut">
              <a:rPr lang="en-US" smtClean="0"/>
              <a:t>3/26/26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44B340-274C-AB28-1DF5-2D88BDFB1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0B0410-F30A-3D2E-57D7-8383C14CB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0506C-0513-6E4A-96E4-3A51E79A5C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7097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564F9-72EA-10E3-AE20-3BB8E485A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52785D-513B-2045-C275-CCB9D5F70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A0D15-6681-C249-B9EE-45B642754B93}" type="datetimeFigureOut">
              <a:rPr lang="en-US" smtClean="0"/>
              <a:t>3/26/26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7E6E9D-715E-999B-D2F3-B6A386525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C7B0A6-91FD-9810-18AD-5B33906F1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0506C-0513-6E4A-96E4-3A51E79A5C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6945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2CD248-D97C-1CEA-4C40-A11E17018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A0D15-6681-C249-B9EE-45B642754B93}" type="datetimeFigureOut">
              <a:rPr lang="en-US" smtClean="0"/>
              <a:t>3/26/26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4F8986-37D8-F098-7D0D-41788DF59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5F58EE-FCBF-5BE7-BC4B-E7655C910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0506C-0513-6E4A-96E4-3A51E79A5C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8943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197A3-B302-37DC-4DB3-C17510205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F6C2D9-6940-B451-368C-9938217E21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AEA7E7-53E4-0DDE-7A97-DAF9416938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7C741A-55B1-2EE5-1C14-8F4FB8205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A0D15-6681-C249-B9EE-45B642754B93}" type="datetimeFigureOut">
              <a:rPr lang="en-US" smtClean="0"/>
              <a:t>3/26/26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34E8EB-5A43-1C43-967F-B4DE5DEA4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9DE63C-7959-5782-613C-55A564B9B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0506C-0513-6E4A-96E4-3A51E79A5C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9911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1D249-4D92-946B-CC0E-06833FB50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B04C37-532D-932B-EF44-ECD0718EDA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35A5B2-CEDA-F5C3-5C7D-EC5E7C5BBE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728B3D-32D1-AD85-E20E-00790623E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A0D15-6681-C249-B9EE-45B642754B93}" type="datetimeFigureOut">
              <a:rPr lang="en-US" smtClean="0"/>
              <a:t>3/26/26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2F5E0B-F99E-EDF7-4E87-2B830006A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11FF60-8677-F748-E2E0-21CDC6DA9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0506C-0513-6E4A-96E4-3A51E79A5C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0281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A0527-76E9-4DA7-82AF-918780803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6DA529-0BD7-CBF1-A794-F226DC6F58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6E2058-01EB-22FC-14C6-CE2A6BC1B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A0D15-6681-C249-B9EE-45B642754B93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904893-7694-0B1C-731C-9EB687012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B44DC6-C081-D829-D8B6-591D3520A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0506C-0513-6E4A-96E4-3A51E79A5C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5322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EE7EC1-EE9F-5EB1-3B21-84995B2D75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841BDF-557F-FA73-4A9F-9EC5981C1F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4B470-BA45-A610-1836-0BE06279D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A0D15-6681-C249-B9EE-45B642754B93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252FA4-98EE-1D5F-E6A8-1B13293EC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CA6294-77F3-F0E8-3B20-96F704BBF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0506C-0513-6E4A-96E4-3A51E79A5C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024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2092910-9F50-8F5A-1A92-43790D88C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6D0119-4DFF-A81D-B9FB-63A48791C4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27B6A6-A20D-2B07-E9AE-4934E77947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EA0D15-6681-C249-B9EE-45B642754B93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694610-672D-41C5-49E9-2852628106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8346AA-6836-FD84-4E71-A214A538E3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40506C-0513-6E4A-96E4-3A51E79A5C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47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4931DDD-DC3F-F2E3-37B5-5AE8A54345FB}"/>
              </a:ext>
            </a:extLst>
          </p:cNvPr>
          <p:cNvSpPr/>
          <p:nvPr/>
        </p:nvSpPr>
        <p:spPr>
          <a:xfrm>
            <a:off x="712294" y="3120944"/>
            <a:ext cx="319050" cy="629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/>
              <a:t>PC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77E542-2DAB-19EB-E0AD-FF4B5D2CC7DD}"/>
              </a:ext>
            </a:extLst>
          </p:cNvPr>
          <p:cNvSpPr/>
          <p:nvPr/>
        </p:nvSpPr>
        <p:spPr>
          <a:xfrm>
            <a:off x="2516618" y="1193624"/>
            <a:ext cx="319050" cy="4449452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A0CBCF-6A17-6F33-7A6B-EC4D1D08D379}"/>
              </a:ext>
            </a:extLst>
          </p:cNvPr>
          <p:cNvSpPr/>
          <p:nvPr/>
        </p:nvSpPr>
        <p:spPr>
          <a:xfrm>
            <a:off x="5799950" y="1039437"/>
            <a:ext cx="452197" cy="4591468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9C1D5B4-1D0D-022F-7309-81040B63C1F7}"/>
              </a:ext>
            </a:extLst>
          </p:cNvPr>
          <p:cNvSpPr/>
          <p:nvPr/>
        </p:nvSpPr>
        <p:spPr>
          <a:xfrm>
            <a:off x="8697014" y="1062258"/>
            <a:ext cx="472995" cy="4591468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A531A3C-062F-78C3-3FB3-99F6BB44D5D6}"/>
              </a:ext>
            </a:extLst>
          </p:cNvPr>
          <p:cNvSpPr/>
          <p:nvPr/>
        </p:nvSpPr>
        <p:spPr>
          <a:xfrm>
            <a:off x="10702564" y="1029921"/>
            <a:ext cx="319050" cy="4623805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Diagonal Stripe 11">
            <a:extLst>
              <a:ext uri="{FF2B5EF4-FFF2-40B4-BE49-F238E27FC236}">
                <a16:creationId xmlns:a16="http://schemas.microsoft.com/office/drawing/2014/main" id="{08BE307E-C294-EE4E-C782-F24D0BFCF3ED}"/>
              </a:ext>
            </a:extLst>
          </p:cNvPr>
          <p:cNvSpPr/>
          <p:nvPr/>
        </p:nvSpPr>
        <p:spPr>
          <a:xfrm rot="8189324">
            <a:off x="170282" y="3233249"/>
            <a:ext cx="381670" cy="391499"/>
          </a:xfrm>
          <a:prstGeom prst="diagStrip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2BBD548-853B-F91F-D02F-EFA17899E94A}"/>
              </a:ext>
            </a:extLst>
          </p:cNvPr>
          <p:cNvCxnSpPr>
            <a:cxnSpLocks/>
          </p:cNvCxnSpPr>
          <p:nvPr/>
        </p:nvCxnSpPr>
        <p:spPr>
          <a:xfrm>
            <a:off x="1893359" y="1094453"/>
            <a:ext cx="0" cy="259691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41A6571-B63D-59AC-4479-F16324F82FAB}"/>
              </a:ext>
            </a:extLst>
          </p:cNvPr>
          <p:cNvCxnSpPr>
            <a:cxnSpLocks/>
          </p:cNvCxnSpPr>
          <p:nvPr/>
        </p:nvCxnSpPr>
        <p:spPr>
          <a:xfrm>
            <a:off x="1886316" y="1094453"/>
            <a:ext cx="314772" cy="304800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C9F6F8E3-4724-09EC-2888-9D98B93BE0D4}"/>
              </a:ext>
            </a:extLst>
          </p:cNvPr>
          <p:cNvCxnSpPr>
            <a:cxnSpLocks/>
          </p:cNvCxnSpPr>
          <p:nvPr/>
        </p:nvCxnSpPr>
        <p:spPr>
          <a:xfrm>
            <a:off x="1886316" y="1665552"/>
            <a:ext cx="0" cy="259691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AD8D84B7-8DF4-DA77-555B-A47D0D9495CC}"/>
              </a:ext>
            </a:extLst>
          </p:cNvPr>
          <p:cNvCxnSpPr>
            <a:cxnSpLocks/>
          </p:cNvCxnSpPr>
          <p:nvPr/>
        </p:nvCxnSpPr>
        <p:spPr>
          <a:xfrm flipV="1">
            <a:off x="1884039" y="1665552"/>
            <a:ext cx="317049" cy="259691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35600D9C-D1E0-090C-2682-8014CF73DAD0}"/>
              </a:ext>
            </a:extLst>
          </p:cNvPr>
          <p:cNvCxnSpPr>
            <a:cxnSpLocks/>
          </p:cNvCxnSpPr>
          <p:nvPr/>
        </p:nvCxnSpPr>
        <p:spPr>
          <a:xfrm>
            <a:off x="2195256" y="1399253"/>
            <a:ext cx="0" cy="266299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DBB97240-266D-1794-330B-AC381043360E}"/>
              </a:ext>
            </a:extLst>
          </p:cNvPr>
          <p:cNvCxnSpPr>
            <a:cxnSpLocks/>
          </p:cNvCxnSpPr>
          <p:nvPr/>
        </p:nvCxnSpPr>
        <p:spPr>
          <a:xfrm>
            <a:off x="1893359" y="1354144"/>
            <a:ext cx="149204" cy="174954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D9411CA1-789E-45CB-A243-49F4AFAD675A}"/>
              </a:ext>
            </a:extLst>
          </p:cNvPr>
          <p:cNvCxnSpPr>
            <a:cxnSpLocks/>
          </p:cNvCxnSpPr>
          <p:nvPr/>
        </p:nvCxnSpPr>
        <p:spPr>
          <a:xfrm flipH="1">
            <a:off x="1884039" y="1529098"/>
            <a:ext cx="158524" cy="136454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74" name="Elbow Connector 73">
            <a:extLst>
              <a:ext uri="{FF2B5EF4-FFF2-40B4-BE49-F238E27FC236}">
                <a16:creationId xmlns:a16="http://schemas.microsoft.com/office/drawing/2014/main" id="{B2486A2E-74ED-E50A-54C3-75EC96BF4E47}"/>
              </a:ext>
            </a:extLst>
          </p:cNvPr>
          <p:cNvCxnSpPr>
            <a:cxnSpLocks/>
            <a:stCxn id="4" idx="3"/>
          </p:cNvCxnSpPr>
          <p:nvPr/>
        </p:nvCxnSpPr>
        <p:spPr>
          <a:xfrm flipV="1">
            <a:off x="1031344" y="1802006"/>
            <a:ext cx="436970" cy="1633603"/>
          </a:xfrm>
          <a:prstGeom prst="bentConnector2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ACF17DD7-174E-2FFB-C65B-7D7ED7D4B985}"/>
              </a:ext>
            </a:extLst>
          </p:cNvPr>
          <p:cNvCxnSpPr>
            <a:cxnSpLocks/>
          </p:cNvCxnSpPr>
          <p:nvPr/>
        </p:nvCxnSpPr>
        <p:spPr>
          <a:xfrm>
            <a:off x="1471104" y="1802006"/>
            <a:ext cx="42225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2E270A9D-6806-8FAC-37D4-2FCF04CBE010}"/>
              </a:ext>
            </a:extLst>
          </p:cNvPr>
          <p:cNvSpPr txBox="1"/>
          <p:nvPr/>
        </p:nvSpPr>
        <p:spPr>
          <a:xfrm>
            <a:off x="1963067" y="1412659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+</a:t>
            </a:r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1397588D-36E0-421E-9415-D8688347FC3F}"/>
              </a:ext>
            </a:extLst>
          </p:cNvPr>
          <p:cNvCxnSpPr>
            <a:cxnSpLocks/>
          </p:cNvCxnSpPr>
          <p:nvPr/>
        </p:nvCxnSpPr>
        <p:spPr>
          <a:xfrm>
            <a:off x="1585631" y="1224298"/>
            <a:ext cx="2984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B2D401C9-265F-A9B0-DC8E-4E22D3324144}"/>
              </a:ext>
            </a:extLst>
          </p:cNvPr>
          <p:cNvSpPr txBox="1"/>
          <p:nvPr/>
        </p:nvSpPr>
        <p:spPr>
          <a:xfrm>
            <a:off x="1317055" y="102992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5A9488B3-8F69-857D-2666-2AD24B948008}"/>
              </a:ext>
            </a:extLst>
          </p:cNvPr>
          <p:cNvCxnSpPr>
            <a:cxnSpLocks/>
            <a:stCxn id="12" idx="2"/>
            <a:endCxn id="4" idx="1"/>
          </p:cNvCxnSpPr>
          <p:nvPr/>
        </p:nvCxnSpPr>
        <p:spPr>
          <a:xfrm>
            <a:off x="497703" y="3434287"/>
            <a:ext cx="214591" cy="13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FE1959E2-C69D-3E70-2A48-CBD08788DBED}"/>
              </a:ext>
            </a:extLst>
          </p:cNvPr>
          <p:cNvCxnSpPr>
            <a:cxnSpLocks/>
          </p:cNvCxnSpPr>
          <p:nvPr/>
        </p:nvCxnSpPr>
        <p:spPr>
          <a:xfrm flipV="1">
            <a:off x="1453335" y="2013860"/>
            <a:ext cx="1088205" cy="66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D1614D49-6A58-E595-15F6-25C7BBAA1E8E}"/>
              </a:ext>
            </a:extLst>
          </p:cNvPr>
          <p:cNvCxnSpPr>
            <a:cxnSpLocks/>
          </p:cNvCxnSpPr>
          <p:nvPr/>
        </p:nvCxnSpPr>
        <p:spPr>
          <a:xfrm>
            <a:off x="2221069" y="1518969"/>
            <a:ext cx="28251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1" name="Rectangle 100">
            <a:extLst>
              <a:ext uri="{FF2B5EF4-FFF2-40B4-BE49-F238E27FC236}">
                <a16:creationId xmlns:a16="http://schemas.microsoft.com/office/drawing/2014/main" id="{DC2EA150-2974-6316-E19A-FDDC324764D5}"/>
              </a:ext>
            </a:extLst>
          </p:cNvPr>
          <p:cNvSpPr/>
          <p:nvPr/>
        </p:nvSpPr>
        <p:spPr>
          <a:xfrm>
            <a:off x="1603946" y="3127760"/>
            <a:ext cx="631196" cy="96456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/>
              <a:t>IMEM</a:t>
            </a:r>
          </a:p>
        </p:txBody>
      </p: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AF8C8FE0-0D7A-8BDF-16BD-DFCCED236789}"/>
              </a:ext>
            </a:extLst>
          </p:cNvPr>
          <p:cNvCxnSpPr/>
          <p:nvPr/>
        </p:nvCxnSpPr>
        <p:spPr>
          <a:xfrm>
            <a:off x="1428413" y="3435609"/>
            <a:ext cx="17933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4485922E-9C46-AF3B-FBD3-4DBBD2CD30C7}"/>
              </a:ext>
            </a:extLst>
          </p:cNvPr>
          <p:cNvCxnSpPr>
            <a:cxnSpLocks/>
          </p:cNvCxnSpPr>
          <p:nvPr/>
        </p:nvCxnSpPr>
        <p:spPr>
          <a:xfrm flipV="1">
            <a:off x="2256813" y="3702353"/>
            <a:ext cx="277671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C9E77392-B1A5-5BEE-BEAC-743B40020A3B}"/>
              </a:ext>
            </a:extLst>
          </p:cNvPr>
          <p:cNvCxnSpPr/>
          <p:nvPr/>
        </p:nvCxnSpPr>
        <p:spPr>
          <a:xfrm>
            <a:off x="192299" y="3239708"/>
            <a:ext cx="13735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C0E6DF62-452B-36BF-AF3E-59F723425AE8}"/>
              </a:ext>
            </a:extLst>
          </p:cNvPr>
          <p:cNvCxnSpPr>
            <a:cxnSpLocks/>
          </p:cNvCxnSpPr>
          <p:nvPr/>
        </p:nvCxnSpPr>
        <p:spPr>
          <a:xfrm>
            <a:off x="2340871" y="615078"/>
            <a:ext cx="0" cy="89830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A1A839DF-4A76-3BD4-2764-896E83157F9D}"/>
              </a:ext>
            </a:extLst>
          </p:cNvPr>
          <p:cNvCxnSpPr>
            <a:cxnSpLocks/>
          </p:cNvCxnSpPr>
          <p:nvPr/>
        </p:nvCxnSpPr>
        <p:spPr>
          <a:xfrm>
            <a:off x="192299" y="615078"/>
            <a:ext cx="214997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30E4EB11-74FC-204C-9EDE-F6CF7C51C7AE}"/>
              </a:ext>
            </a:extLst>
          </p:cNvPr>
          <p:cNvCxnSpPr>
            <a:cxnSpLocks/>
          </p:cNvCxnSpPr>
          <p:nvPr/>
        </p:nvCxnSpPr>
        <p:spPr>
          <a:xfrm flipV="1">
            <a:off x="192299" y="615078"/>
            <a:ext cx="0" cy="262463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9" name="TextBox 148">
            <a:extLst>
              <a:ext uri="{FF2B5EF4-FFF2-40B4-BE49-F238E27FC236}">
                <a16:creationId xmlns:a16="http://schemas.microsoft.com/office/drawing/2014/main" id="{DB4769AA-29F6-062E-5098-06E724346616}"/>
              </a:ext>
            </a:extLst>
          </p:cNvPr>
          <p:cNvSpPr txBox="1"/>
          <p:nvPr/>
        </p:nvSpPr>
        <p:spPr>
          <a:xfrm>
            <a:off x="2476790" y="1405003"/>
            <a:ext cx="378597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PC4</a:t>
            </a:r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r>
              <a:rPr lang="en-US" sz="800" dirty="0"/>
              <a:t>PC</a:t>
            </a:r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r>
              <a:rPr lang="en-US" sz="800" dirty="0"/>
              <a:t>Inst</a:t>
            </a: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C83DE711-5FA4-19A6-BCC0-AFA56E29A879}"/>
              </a:ext>
            </a:extLst>
          </p:cNvPr>
          <p:cNvSpPr/>
          <p:nvPr/>
        </p:nvSpPr>
        <p:spPr>
          <a:xfrm>
            <a:off x="3723584" y="2368691"/>
            <a:ext cx="914400" cy="914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Reg File</a:t>
            </a:r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F0AC50FC-4CA1-3A6C-F248-3895A28446F2}"/>
              </a:ext>
            </a:extLst>
          </p:cNvPr>
          <p:cNvSpPr/>
          <p:nvPr/>
        </p:nvSpPr>
        <p:spPr>
          <a:xfrm>
            <a:off x="3698331" y="3750274"/>
            <a:ext cx="1048034" cy="40930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Imm Gen</a:t>
            </a:r>
          </a:p>
        </p:txBody>
      </p:sp>
      <p:cxnSp>
        <p:nvCxnSpPr>
          <p:cNvPr id="169" name="Straight Arrow Connector 168">
            <a:extLst>
              <a:ext uri="{FF2B5EF4-FFF2-40B4-BE49-F238E27FC236}">
                <a16:creationId xmlns:a16="http://schemas.microsoft.com/office/drawing/2014/main" id="{651FD86C-47D0-E266-D920-B1B5344B16F3}"/>
              </a:ext>
            </a:extLst>
          </p:cNvPr>
          <p:cNvCxnSpPr>
            <a:cxnSpLocks/>
          </p:cNvCxnSpPr>
          <p:nvPr/>
        </p:nvCxnSpPr>
        <p:spPr>
          <a:xfrm flipV="1">
            <a:off x="2855387" y="1529098"/>
            <a:ext cx="2951388" cy="99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6451A51B-B184-C5F3-5C34-6B4C9CDA19B6}"/>
              </a:ext>
            </a:extLst>
          </p:cNvPr>
          <p:cNvCxnSpPr/>
          <p:nvPr/>
        </p:nvCxnSpPr>
        <p:spPr>
          <a:xfrm>
            <a:off x="2855387" y="2013860"/>
            <a:ext cx="295138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3" name="Rectangle 172">
            <a:extLst>
              <a:ext uri="{FF2B5EF4-FFF2-40B4-BE49-F238E27FC236}">
                <a16:creationId xmlns:a16="http://schemas.microsoft.com/office/drawing/2014/main" id="{ECCC0014-E8EF-6531-820D-6F8167C3841D}"/>
              </a:ext>
            </a:extLst>
          </p:cNvPr>
          <p:cNvSpPr/>
          <p:nvPr/>
        </p:nvSpPr>
        <p:spPr>
          <a:xfrm>
            <a:off x="3723584" y="4562304"/>
            <a:ext cx="1048034" cy="914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CU</a:t>
            </a:r>
          </a:p>
        </p:txBody>
      </p:sp>
      <p:cxnSp>
        <p:nvCxnSpPr>
          <p:cNvPr id="230" name="Straight Arrow Connector 229">
            <a:extLst>
              <a:ext uri="{FF2B5EF4-FFF2-40B4-BE49-F238E27FC236}">
                <a16:creationId xmlns:a16="http://schemas.microsoft.com/office/drawing/2014/main" id="{BE581F95-FF9F-3F65-E6CF-699DFA01A5F4}"/>
              </a:ext>
            </a:extLst>
          </p:cNvPr>
          <p:cNvCxnSpPr>
            <a:cxnSpLocks/>
            <a:endCxn id="151" idx="1"/>
          </p:cNvCxnSpPr>
          <p:nvPr/>
        </p:nvCxnSpPr>
        <p:spPr>
          <a:xfrm>
            <a:off x="3303335" y="3954926"/>
            <a:ext cx="39499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2" name="Straight Arrow Connector 231">
            <a:extLst>
              <a:ext uri="{FF2B5EF4-FFF2-40B4-BE49-F238E27FC236}">
                <a16:creationId xmlns:a16="http://schemas.microsoft.com/office/drawing/2014/main" id="{F539C995-39F4-7958-2234-3C8C01D632B1}"/>
              </a:ext>
            </a:extLst>
          </p:cNvPr>
          <p:cNvCxnSpPr>
            <a:stCxn id="151" idx="3"/>
          </p:cNvCxnSpPr>
          <p:nvPr/>
        </p:nvCxnSpPr>
        <p:spPr>
          <a:xfrm flipV="1">
            <a:off x="4746365" y="3954925"/>
            <a:ext cx="988513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3" name="Straight Arrow Connector 232">
            <a:extLst>
              <a:ext uri="{FF2B5EF4-FFF2-40B4-BE49-F238E27FC236}">
                <a16:creationId xmlns:a16="http://schemas.microsoft.com/office/drawing/2014/main" id="{ACB0C899-F090-9FF9-9AE1-86CF76CF886A}"/>
              </a:ext>
            </a:extLst>
          </p:cNvPr>
          <p:cNvCxnSpPr>
            <a:cxnSpLocks/>
            <a:stCxn id="540" idx="0"/>
            <a:endCxn id="151" idx="2"/>
          </p:cNvCxnSpPr>
          <p:nvPr/>
        </p:nvCxnSpPr>
        <p:spPr>
          <a:xfrm flipV="1">
            <a:off x="4209865" y="4159577"/>
            <a:ext cx="12483" cy="4075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36" name="Straight Arrow Connector 235">
            <a:extLst>
              <a:ext uri="{FF2B5EF4-FFF2-40B4-BE49-F238E27FC236}">
                <a16:creationId xmlns:a16="http://schemas.microsoft.com/office/drawing/2014/main" id="{284F6F20-7A1A-CA18-FCAF-639CE3EE019A}"/>
              </a:ext>
            </a:extLst>
          </p:cNvPr>
          <p:cNvCxnSpPr>
            <a:cxnSpLocks/>
          </p:cNvCxnSpPr>
          <p:nvPr/>
        </p:nvCxnSpPr>
        <p:spPr>
          <a:xfrm>
            <a:off x="3300762" y="3155643"/>
            <a:ext cx="39756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7" name="Straight Arrow Connector 236">
            <a:extLst>
              <a:ext uri="{FF2B5EF4-FFF2-40B4-BE49-F238E27FC236}">
                <a16:creationId xmlns:a16="http://schemas.microsoft.com/office/drawing/2014/main" id="{D1DA03DA-FE32-9001-1D06-E8007A8BE02F}"/>
              </a:ext>
            </a:extLst>
          </p:cNvPr>
          <p:cNvCxnSpPr>
            <a:cxnSpLocks/>
            <a:endCxn id="550" idx="1"/>
          </p:cNvCxnSpPr>
          <p:nvPr/>
        </p:nvCxnSpPr>
        <p:spPr>
          <a:xfrm flipV="1">
            <a:off x="3146186" y="2713922"/>
            <a:ext cx="524453" cy="93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8" name="Straight Arrow Connector 237">
            <a:extLst>
              <a:ext uri="{FF2B5EF4-FFF2-40B4-BE49-F238E27FC236}">
                <a16:creationId xmlns:a16="http://schemas.microsoft.com/office/drawing/2014/main" id="{D34BA656-192C-AFF8-7344-D3EEE006D808}"/>
              </a:ext>
            </a:extLst>
          </p:cNvPr>
          <p:cNvCxnSpPr>
            <a:cxnSpLocks/>
          </p:cNvCxnSpPr>
          <p:nvPr/>
        </p:nvCxnSpPr>
        <p:spPr>
          <a:xfrm>
            <a:off x="3300762" y="2907825"/>
            <a:ext cx="39756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9" name="Straight Arrow Connector 238">
            <a:extLst>
              <a:ext uri="{FF2B5EF4-FFF2-40B4-BE49-F238E27FC236}">
                <a16:creationId xmlns:a16="http://schemas.microsoft.com/office/drawing/2014/main" id="{C8421B30-802E-8268-0F1B-F43520461C7F}"/>
              </a:ext>
            </a:extLst>
          </p:cNvPr>
          <p:cNvCxnSpPr/>
          <p:nvPr/>
        </p:nvCxnSpPr>
        <p:spPr>
          <a:xfrm>
            <a:off x="3404557" y="2474030"/>
            <a:ext cx="31902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0" name="Straight Arrow Connector 239">
            <a:extLst>
              <a:ext uri="{FF2B5EF4-FFF2-40B4-BE49-F238E27FC236}">
                <a16:creationId xmlns:a16="http://schemas.microsoft.com/office/drawing/2014/main" id="{DF2D151F-1B17-892C-896D-59B215EFA01B}"/>
              </a:ext>
            </a:extLst>
          </p:cNvPr>
          <p:cNvCxnSpPr>
            <a:cxnSpLocks/>
          </p:cNvCxnSpPr>
          <p:nvPr/>
        </p:nvCxnSpPr>
        <p:spPr>
          <a:xfrm>
            <a:off x="3300762" y="5026663"/>
            <a:ext cx="41946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2" name="Straight Connector 241">
            <a:extLst>
              <a:ext uri="{FF2B5EF4-FFF2-40B4-BE49-F238E27FC236}">
                <a16:creationId xmlns:a16="http://schemas.microsoft.com/office/drawing/2014/main" id="{17A4A845-268C-FFE0-74E6-0FAC49628790}"/>
              </a:ext>
            </a:extLst>
          </p:cNvPr>
          <p:cNvCxnSpPr/>
          <p:nvPr/>
        </p:nvCxnSpPr>
        <p:spPr>
          <a:xfrm>
            <a:off x="2835668" y="3721991"/>
            <a:ext cx="47024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3" name="Straight Connector 242">
            <a:extLst>
              <a:ext uri="{FF2B5EF4-FFF2-40B4-BE49-F238E27FC236}">
                <a16:creationId xmlns:a16="http://schemas.microsoft.com/office/drawing/2014/main" id="{AFB00A2B-9E04-7E29-9720-0D28B6A67874}"/>
              </a:ext>
            </a:extLst>
          </p:cNvPr>
          <p:cNvCxnSpPr>
            <a:cxnSpLocks/>
          </p:cNvCxnSpPr>
          <p:nvPr/>
        </p:nvCxnSpPr>
        <p:spPr>
          <a:xfrm flipV="1">
            <a:off x="3300762" y="2903074"/>
            <a:ext cx="7435" cy="81891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5" name="Straight Connector 254">
            <a:extLst>
              <a:ext uri="{FF2B5EF4-FFF2-40B4-BE49-F238E27FC236}">
                <a16:creationId xmlns:a16="http://schemas.microsoft.com/office/drawing/2014/main" id="{4A63BA55-841E-E9AC-02DB-7819812EACAE}"/>
              </a:ext>
            </a:extLst>
          </p:cNvPr>
          <p:cNvCxnSpPr>
            <a:cxnSpLocks/>
          </p:cNvCxnSpPr>
          <p:nvPr/>
        </p:nvCxnSpPr>
        <p:spPr>
          <a:xfrm>
            <a:off x="3300762" y="3721991"/>
            <a:ext cx="0" cy="130467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9" name="Straight Arrow Connector 258">
            <a:extLst>
              <a:ext uri="{FF2B5EF4-FFF2-40B4-BE49-F238E27FC236}">
                <a16:creationId xmlns:a16="http://schemas.microsoft.com/office/drawing/2014/main" id="{278BD9A2-790A-8F7E-85AC-52BA38812DC3}"/>
              </a:ext>
            </a:extLst>
          </p:cNvPr>
          <p:cNvCxnSpPr>
            <a:cxnSpLocks/>
          </p:cNvCxnSpPr>
          <p:nvPr/>
        </p:nvCxnSpPr>
        <p:spPr>
          <a:xfrm>
            <a:off x="4637984" y="2561616"/>
            <a:ext cx="11687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0" name="Straight Arrow Connector 259">
            <a:extLst>
              <a:ext uri="{FF2B5EF4-FFF2-40B4-BE49-F238E27FC236}">
                <a16:creationId xmlns:a16="http://schemas.microsoft.com/office/drawing/2014/main" id="{73425091-869D-25A1-5799-94D0B521472E}"/>
              </a:ext>
            </a:extLst>
          </p:cNvPr>
          <p:cNvCxnSpPr>
            <a:cxnSpLocks/>
          </p:cNvCxnSpPr>
          <p:nvPr/>
        </p:nvCxnSpPr>
        <p:spPr>
          <a:xfrm>
            <a:off x="4639099" y="3067092"/>
            <a:ext cx="116767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3" name="Triangle 262">
            <a:extLst>
              <a:ext uri="{FF2B5EF4-FFF2-40B4-BE49-F238E27FC236}">
                <a16:creationId xmlns:a16="http://schemas.microsoft.com/office/drawing/2014/main" id="{C9859323-8A7D-7A0A-C59E-990F7F21F0A3}"/>
              </a:ext>
            </a:extLst>
          </p:cNvPr>
          <p:cNvSpPr/>
          <p:nvPr/>
        </p:nvSpPr>
        <p:spPr>
          <a:xfrm>
            <a:off x="2528902" y="5476704"/>
            <a:ext cx="319050" cy="165200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4" name="Triangle 263">
            <a:extLst>
              <a:ext uri="{FF2B5EF4-FFF2-40B4-BE49-F238E27FC236}">
                <a16:creationId xmlns:a16="http://schemas.microsoft.com/office/drawing/2014/main" id="{C3C0BC7B-5903-6634-59F9-4AFBED50A278}"/>
              </a:ext>
            </a:extLst>
          </p:cNvPr>
          <p:cNvSpPr/>
          <p:nvPr/>
        </p:nvSpPr>
        <p:spPr>
          <a:xfrm>
            <a:off x="5832027" y="5476704"/>
            <a:ext cx="377805" cy="165200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5" name="Triangle 264">
            <a:extLst>
              <a:ext uri="{FF2B5EF4-FFF2-40B4-BE49-F238E27FC236}">
                <a16:creationId xmlns:a16="http://schemas.microsoft.com/office/drawing/2014/main" id="{DF9EE9B8-922A-19FC-266C-A08F7EA16E6E}"/>
              </a:ext>
            </a:extLst>
          </p:cNvPr>
          <p:cNvSpPr/>
          <p:nvPr/>
        </p:nvSpPr>
        <p:spPr>
          <a:xfrm>
            <a:off x="8697014" y="5483670"/>
            <a:ext cx="452883" cy="158233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6" name="Triangle 265">
            <a:extLst>
              <a:ext uri="{FF2B5EF4-FFF2-40B4-BE49-F238E27FC236}">
                <a16:creationId xmlns:a16="http://schemas.microsoft.com/office/drawing/2014/main" id="{D06DBA1B-784E-8576-6F23-6A84CD14523B}"/>
              </a:ext>
            </a:extLst>
          </p:cNvPr>
          <p:cNvSpPr/>
          <p:nvPr/>
        </p:nvSpPr>
        <p:spPr>
          <a:xfrm>
            <a:off x="10702564" y="5488526"/>
            <a:ext cx="319050" cy="165200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7" name="TextBox 266">
            <a:extLst>
              <a:ext uri="{FF2B5EF4-FFF2-40B4-BE49-F238E27FC236}">
                <a16:creationId xmlns:a16="http://schemas.microsoft.com/office/drawing/2014/main" id="{0CE67A58-456B-FD88-1867-4E803F771725}"/>
              </a:ext>
            </a:extLst>
          </p:cNvPr>
          <p:cNvSpPr txBox="1"/>
          <p:nvPr/>
        </p:nvSpPr>
        <p:spPr>
          <a:xfrm>
            <a:off x="1168855" y="167008"/>
            <a:ext cx="8843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</a:t>
            </a:r>
          </a:p>
        </p:txBody>
      </p:sp>
      <p:sp>
        <p:nvSpPr>
          <p:cNvPr id="268" name="TextBox 267">
            <a:extLst>
              <a:ext uri="{FF2B5EF4-FFF2-40B4-BE49-F238E27FC236}">
                <a16:creationId xmlns:a16="http://schemas.microsoft.com/office/drawing/2014/main" id="{36E4D778-354D-B297-5CC0-13194746D38C}"/>
              </a:ext>
            </a:extLst>
          </p:cNvPr>
          <p:cNvSpPr txBox="1"/>
          <p:nvPr/>
        </p:nvSpPr>
        <p:spPr>
          <a:xfrm>
            <a:off x="4013655" y="167008"/>
            <a:ext cx="8843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ID</a:t>
            </a:r>
          </a:p>
        </p:txBody>
      </p:sp>
      <p:sp>
        <p:nvSpPr>
          <p:cNvPr id="269" name="TextBox 268">
            <a:extLst>
              <a:ext uri="{FF2B5EF4-FFF2-40B4-BE49-F238E27FC236}">
                <a16:creationId xmlns:a16="http://schemas.microsoft.com/office/drawing/2014/main" id="{D1419DDB-8F55-CD97-2088-AB8BCD27A081}"/>
              </a:ext>
            </a:extLst>
          </p:cNvPr>
          <p:cNvSpPr txBox="1"/>
          <p:nvPr/>
        </p:nvSpPr>
        <p:spPr>
          <a:xfrm>
            <a:off x="7202584" y="167008"/>
            <a:ext cx="8843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</a:t>
            </a:r>
          </a:p>
        </p:txBody>
      </p:sp>
      <p:sp>
        <p:nvSpPr>
          <p:cNvPr id="270" name="TextBox 269">
            <a:extLst>
              <a:ext uri="{FF2B5EF4-FFF2-40B4-BE49-F238E27FC236}">
                <a16:creationId xmlns:a16="http://schemas.microsoft.com/office/drawing/2014/main" id="{8490CB00-E8F3-3051-9D97-09FB2CFF78E0}"/>
              </a:ext>
            </a:extLst>
          </p:cNvPr>
          <p:cNvSpPr txBox="1"/>
          <p:nvPr/>
        </p:nvSpPr>
        <p:spPr>
          <a:xfrm>
            <a:off x="9493088" y="167008"/>
            <a:ext cx="8843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MEM</a:t>
            </a:r>
          </a:p>
        </p:txBody>
      </p:sp>
      <p:sp>
        <p:nvSpPr>
          <p:cNvPr id="271" name="TextBox 270">
            <a:extLst>
              <a:ext uri="{FF2B5EF4-FFF2-40B4-BE49-F238E27FC236}">
                <a16:creationId xmlns:a16="http://schemas.microsoft.com/office/drawing/2014/main" id="{ADA219EF-5BDC-CD55-E32D-E831C89F8A6D}"/>
              </a:ext>
            </a:extLst>
          </p:cNvPr>
          <p:cNvSpPr txBox="1"/>
          <p:nvPr/>
        </p:nvSpPr>
        <p:spPr>
          <a:xfrm>
            <a:off x="11488571" y="167008"/>
            <a:ext cx="8843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WB</a:t>
            </a:r>
          </a:p>
        </p:txBody>
      </p:sp>
      <p:sp>
        <p:nvSpPr>
          <p:cNvPr id="272" name="Triangle 271">
            <a:extLst>
              <a:ext uri="{FF2B5EF4-FFF2-40B4-BE49-F238E27FC236}">
                <a16:creationId xmlns:a16="http://schemas.microsoft.com/office/drawing/2014/main" id="{2BB7B74B-13F3-CDE5-A8BD-8D9965827D06}"/>
              </a:ext>
            </a:extLst>
          </p:cNvPr>
          <p:cNvSpPr/>
          <p:nvPr/>
        </p:nvSpPr>
        <p:spPr>
          <a:xfrm>
            <a:off x="711198" y="3583752"/>
            <a:ext cx="319050" cy="165200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3" name="Straight Arrow Connector 272">
            <a:extLst>
              <a:ext uri="{FF2B5EF4-FFF2-40B4-BE49-F238E27FC236}">
                <a16:creationId xmlns:a16="http://schemas.microsoft.com/office/drawing/2014/main" id="{1A2526C0-CD06-D0C8-84CE-B5340E175CCB}"/>
              </a:ext>
            </a:extLst>
          </p:cNvPr>
          <p:cNvCxnSpPr>
            <a:cxnSpLocks/>
          </p:cNvCxnSpPr>
          <p:nvPr/>
        </p:nvCxnSpPr>
        <p:spPr>
          <a:xfrm>
            <a:off x="874952" y="2739399"/>
            <a:ext cx="3641" cy="3471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75" name="Straight Arrow Connector 274">
            <a:extLst>
              <a:ext uri="{FF2B5EF4-FFF2-40B4-BE49-F238E27FC236}">
                <a16:creationId xmlns:a16="http://schemas.microsoft.com/office/drawing/2014/main" id="{38BF43A1-9198-7DC4-4C1A-899E6FAA78C9}"/>
              </a:ext>
            </a:extLst>
          </p:cNvPr>
          <p:cNvCxnSpPr>
            <a:cxnSpLocks/>
          </p:cNvCxnSpPr>
          <p:nvPr/>
        </p:nvCxnSpPr>
        <p:spPr>
          <a:xfrm>
            <a:off x="3458839" y="-4355684"/>
            <a:ext cx="0" cy="3160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80" name="Straight Arrow Connector 279">
            <a:extLst>
              <a:ext uri="{FF2B5EF4-FFF2-40B4-BE49-F238E27FC236}">
                <a16:creationId xmlns:a16="http://schemas.microsoft.com/office/drawing/2014/main" id="{BD69E5F5-E399-D18C-A051-202E779B11B2}"/>
              </a:ext>
            </a:extLst>
          </p:cNvPr>
          <p:cNvCxnSpPr/>
          <p:nvPr/>
        </p:nvCxnSpPr>
        <p:spPr>
          <a:xfrm>
            <a:off x="3300762" y="3535680"/>
            <a:ext cx="25060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1" name="TextBox 280">
            <a:extLst>
              <a:ext uri="{FF2B5EF4-FFF2-40B4-BE49-F238E27FC236}">
                <a16:creationId xmlns:a16="http://schemas.microsoft.com/office/drawing/2014/main" id="{B878011D-48DE-87FB-1A7B-8F36B69BDA51}"/>
              </a:ext>
            </a:extLst>
          </p:cNvPr>
          <p:cNvSpPr txBox="1"/>
          <p:nvPr/>
        </p:nvSpPr>
        <p:spPr>
          <a:xfrm>
            <a:off x="2516618" y="609145"/>
            <a:ext cx="33214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rst</a:t>
            </a:r>
          </a:p>
        </p:txBody>
      </p:sp>
      <p:sp>
        <p:nvSpPr>
          <p:cNvPr id="287" name="TextBox 286">
            <a:extLst>
              <a:ext uri="{FF2B5EF4-FFF2-40B4-BE49-F238E27FC236}">
                <a16:creationId xmlns:a16="http://schemas.microsoft.com/office/drawing/2014/main" id="{B4704138-E31A-DF98-5E58-758410E64C2A}"/>
              </a:ext>
            </a:extLst>
          </p:cNvPr>
          <p:cNvSpPr txBox="1"/>
          <p:nvPr/>
        </p:nvSpPr>
        <p:spPr>
          <a:xfrm>
            <a:off x="706654" y="2554908"/>
            <a:ext cx="45288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rst</a:t>
            </a:r>
          </a:p>
        </p:txBody>
      </p:sp>
      <p:sp>
        <p:nvSpPr>
          <p:cNvPr id="289" name="TextBox 288">
            <a:extLst>
              <a:ext uri="{FF2B5EF4-FFF2-40B4-BE49-F238E27FC236}">
                <a16:creationId xmlns:a16="http://schemas.microsoft.com/office/drawing/2014/main" id="{9B2DD61F-0F7A-86E1-5EAB-B06EB2BC27F6}"/>
              </a:ext>
            </a:extLst>
          </p:cNvPr>
          <p:cNvSpPr txBox="1"/>
          <p:nvPr/>
        </p:nvSpPr>
        <p:spPr>
          <a:xfrm>
            <a:off x="5796594" y="1417059"/>
            <a:ext cx="441251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/>
              <a:t>PC4</a:t>
            </a:r>
          </a:p>
          <a:p>
            <a:endParaRPr lang="en-US" sz="600" dirty="0"/>
          </a:p>
          <a:p>
            <a:endParaRPr lang="en-US" sz="600" dirty="0"/>
          </a:p>
          <a:p>
            <a:endParaRPr lang="en-US" sz="600" dirty="0"/>
          </a:p>
          <a:p>
            <a:endParaRPr lang="en-US" sz="600" dirty="0"/>
          </a:p>
          <a:p>
            <a:r>
              <a:rPr lang="en-US" sz="600" dirty="0"/>
              <a:t>PC</a:t>
            </a:r>
          </a:p>
          <a:p>
            <a:endParaRPr lang="en-US" sz="600" dirty="0"/>
          </a:p>
          <a:p>
            <a:endParaRPr lang="en-US" sz="600" dirty="0"/>
          </a:p>
          <a:p>
            <a:endParaRPr lang="en-US" sz="600" dirty="0"/>
          </a:p>
          <a:p>
            <a:endParaRPr lang="en-US" sz="600" dirty="0"/>
          </a:p>
          <a:p>
            <a:endParaRPr lang="en-US" sz="600" dirty="0"/>
          </a:p>
          <a:p>
            <a:r>
              <a:rPr lang="en-US" sz="600" dirty="0"/>
              <a:t>RD1</a:t>
            </a:r>
          </a:p>
          <a:p>
            <a:endParaRPr lang="en-US" sz="600" dirty="0"/>
          </a:p>
          <a:p>
            <a:endParaRPr lang="en-US" sz="600" dirty="0"/>
          </a:p>
          <a:p>
            <a:endParaRPr lang="en-US" sz="600" dirty="0"/>
          </a:p>
          <a:p>
            <a:endParaRPr lang="en-US" sz="600" dirty="0"/>
          </a:p>
          <a:p>
            <a:endParaRPr lang="en-US" sz="600" dirty="0"/>
          </a:p>
          <a:p>
            <a:r>
              <a:rPr lang="en-US" sz="600" dirty="0"/>
              <a:t>RD2</a:t>
            </a:r>
          </a:p>
          <a:p>
            <a:endParaRPr lang="en-US" sz="600" dirty="0"/>
          </a:p>
          <a:p>
            <a:endParaRPr lang="en-US" sz="600" dirty="0"/>
          </a:p>
          <a:p>
            <a:endParaRPr lang="en-US" sz="600" dirty="0"/>
          </a:p>
          <a:p>
            <a:endParaRPr lang="en-US" sz="600" dirty="0"/>
          </a:p>
          <a:p>
            <a:r>
              <a:rPr lang="en-US" sz="600" dirty="0"/>
              <a:t>Instr</a:t>
            </a:r>
          </a:p>
          <a:p>
            <a:endParaRPr lang="en-US" sz="600" dirty="0"/>
          </a:p>
          <a:p>
            <a:endParaRPr lang="en-US" sz="600" dirty="0"/>
          </a:p>
          <a:p>
            <a:endParaRPr lang="en-US" sz="600" dirty="0"/>
          </a:p>
          <a:p>
            <a:r>
              <a:rPr lang="en-US" sz="600" dirty="0"/>
              <a:t>Imm</a:t>
            </a:r>
          </a:p>
          <a:p>
            <a:endParaRPr lang="en-US" sz="600" dirty="0"/>
          </a:p>
          <a:p>
            <a:endParaRPr lang="en-US" sz="600" dirty="0"/>
          </a:p>
          <a:p>
            <a:endParaRPr lang="en-US" sz="600" dirty="0"/>
          </a:p>
          <a:p>
            <a:endParaRPr lang="en-US" sz="600" dirty="0"/>
          </a:p>
          <a:p>
            <a:endParaRPr lang="en-US" sz="600" dirty="0"/>
          </a:p>
          <a:p>
            <a:endParaRPr lang="en-US" sz="600" dirty="0"/>
          </a:p>
          <a:p>
            <a:endParaRPr lang="en-US" sz="600" dirty="0"/>
          </a:p>
          <a:p>
            <a:r>
              <a:rPr lang="en-US" sz="600" dirty="0"/>
              <a:t>ASel</a:t>
            </a:r>
          </a:p>
          <a:p>
            <a:r>
              <a:rPr lang="en-US" sz="600" dirty="0"/>
              <a:t>Bsel</a:t>
            </a:r>
          </a:p>
          <a:p>
            <a:r>
              <a:rPr lang="en-US" sz="600" dirty="0"/>
              <a:t>ALUSel</a:t>
            </a:r>
          </a:p>
          <a:p>
            <a:r>
              <a:rPr lang="en-US" sz="600" dirty="0"/>
              <a:t>BrUn</a:t>
            </a:r>
          </a:p>
          <a:p>
            <a:r>
              <a:rPr lang="en-US" sz="600" dirty="0"/>
              <a:t>Branch</a:t>
            </a:r>
          </a:p>
          <a:p>
            <a:r>
              <a:rPr lang="en-US" sz="600" dirty="0"/>
              <a:t>Jump</a:t>
            </a:r>
          </a:p>
          <a:p>
            <a:r>
              <a:rPr lang="en-US" sz="600" dirty="0"/>
              <a:t>Jalr</a:t>
            </a:r>
          </a:p>
          <a:p>
            <a:r>
              <a:rPr lang="en-US" sz="600" dirty="0"/>
              <a:t>MemW</a:t>
            </a:r>
          </a:p>
          <a:p>
            <a:r>
              <a:rPr lang="en-US" sz="600" dirty="0"/>
              <a:t>WBSel</a:t>
            </a:r>
          </a:p>
          <a:p>
            <a:r>
              <a:rPr lang="en-US" sz="600" dirty="0"/>
              <a:t>RegWN</a:t>
            </a:r>
          </a:p>
          <a:p>
            <a:endParaRPr lang="en-US" sz="600" dirty="0"/>
          </a:p>
        </p:txBody>
      </p:sp>
      <p:cxnSp>
        <p:nvCxnSpPr>
          <p:cNvPr id="297" name="Straight Arrow Connector 296">
            <a:extLst>
              <a:ext uri="{FF2B5EF4-FFF2-40B4-BE49-F238E27FC236}">
                <a16:creationId xmlns:a16="http://schemas.microsoft.com/office/drawing/2014/main" id="{83935911-6E57-FEE2-504D-2889074BA7F6}"/>
              </a:ext>
            </a:extLst>
          </p:cNvPr>
          <p:cNvCxnSpPr/>
          <p:nvPr/>
        </p:nvCxnSpPr>
        <p:spPr>
          <a:xfrm flipV="1">
            <a:off x="4793779" y="4818230"/>
            <a:ext cx="98851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98" name="Straight Arrow Connector 297">
            <a:extLst>
              <a:ext uri="{FF2B5EF4-FFF2-40B4-BE49-F238E27FC236}">
                <a16:creationId xmlns:a16="http://schemas.microsoft.com/office/drawing/2014/main" id="{231546FF-60DD-57EB-2F92-5A20BFCCCE9C}"/>
              </a:ext>
            </a:extLst>
          </p:cNvPr>
          <p:cNvCxnSpPr/>
          <p:nvPr/>
        </p:nvCxnSpPr>
        <p:spPr>
          <a:xfrm flipV="1">
            <a:off x="4787981" y="4929723"/>
            <a:ext cx="98851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99" name="Straight Arrow Connector 298">
            <a:extLst>
              <a:ext uri="{FF2B5EF4-FFF2-40B4-BE49-F238E27FC236}">
                <a16:creationId xmlns:a16="http://schemas.microsoft.com/office/drawing/2014/main" id="{5DAAAB2B-3DA0-C42B-CFC1-0B1A1CF03548}"/>
              </a:ext>
            </a:extLst>
          </p:cNvPr>
          <p:cNvCxnSpPr/>
          <p:nvPr/>
        </p:nvCxnSpPr>
        <p:spPr>
          <a:xfrm flipV="1">
            <a:off x="4797179" y="4991076"/>
            <a:ext cx="98851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00" name="Straight Arrow Connector 299">
            <a:extLst>
              <a:ext uri="{FF2B5EF4-FFF2-40B4-BE49-F238E27FC236}">
                <a16:creationId xmlns:a16="http://schemas.microsoft.com/office/drawing/2014/main" id="{842058E1-CDD0-03B3-318C-22801648A796}"/>
              </a:ext>
            </a:extLst>
          </p:cNvPr>
          <p:cNvCxnSpPr/>
          <p:nvPr/>
        </p:nvCxnSpPr>
        <p:spPr>
          <a:xfrm flipV="1">
            <a:off x="4786278" y="5068744"/>
            <a:ext cx="98851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01" name="Straight Arrow Connector 300">
            <a:extLst>
              <a:ext uri="{FF2B5EF4-FFF2-40B4-BE49-F238E27FC236}">
                <a16:creationId xmlns:a16="http://schemas.microsoft.com/office/drawing/2014/main" id="{7B432062-1B88-428E-CC35-BA6F3AEE5CA0}"/>
              </a:ext>
            </a:extLst>
          </p:cNvPr>
          <p:cNvCxnSpPr/>
          <p:nvPr/>
        </p:nvCxnSpPr>
        <p:spPr>
          <a:xfrm flipV="1">
            <a:off x="4787981" y="5149650"/>
            <a:ext cx="98851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02" name="Straight Arrow Connector 301">
            <a:extLst>
              <a:ext uri="{FF2B5EF4-FFF2-40B4-BE49-F238E27FC236}">
                <a16:creationId xmlns:a16="http://schemas.microsoft.com/office/drawing/2014/main" id="{25654651-D6EB-963F-1185-2629C7E67F22}"/>
              </a:ext>
            </a:extLst>
          </p:cNvPr>
          <p:cNvCxnSpPr/>
          <p:nvPr/>
        </p:nvCxnSpPr>
        <p:spPr>
          <a:xfrm flipV="1">
            <a:off x="4798490" y="5215657"/>
            <a:ext cx="98851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03" name="Straight Arrow Connector 302">
            <a:extLst>
              <a:ext uri="{FF2B5EF4-FFF2-40B4-BE49-F238E27FC236}">
                <a16:creationId xmlns:a16="http://schemas.microsoft.com/office/drawing/2014/main" id="{56B17026-056D-1AA3-8384-BDB801640AE5}"/>
              </a:ext>
            </a:extLst>
          </p:cNvPr>
          <p:cNvCxnSpPr>
            <a:cxnSpLocks/>
          </p:cNvCxnSpPr>
          <p:nvPr/>
        </p:nvCxnSpPr>
        <p:spPr>
          <a:xfrm>
            <a:off x="4804473" y="5328902"/>
            <a:ext cx="97983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04" name="Straight Arrow Connector 303">
            <a:extLst>
              <a:ext uri="{FF2B5EF4-FFF2-40B4-BE49-F238E27FC236}">
                <a16:creationId xmlns:a16="http://schemas.microsoft.com/office/drawing/2014/main" id="{434FA453-4CFE-6683-207F-8366FDDB2C1B}"/>
              </a:ext>
            </a:extLst>
          </p:cNvPr>
          <p:cNvCxnSpPr/>
          <p:nvPr/>
        </p:nvCxnSpPr>
        <p:spPr>
          <a:xfrm flipV="1">
            <a:off x="4792550" y="5400321"/>
            <a:ext cx="98851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05" name="Straight Arrow Connector 304">
            <a:extLst>
              <a:ext uri="{FF2B5EF4-FFF2-40B4-BE49-F238E27FC236}">
                <a16:creationId xmlns:a16="http://schemas.microsoft.com/office/drawing/2014/main" id="{91B8C8F6-69D8-801F-39BA-FE068C86653B}"/>
              </a:ext>
            </a:extLst>
          </p:cNvPr>
          <p:cNvCxnSpPr/>
          <p:nvPr/>
        </p:nvCxnSpPr>
        <p:spPr>
          <a:xfrm flipV="1">
            <a:off x="4787981" y="4771149"/>
            <a:ext cx="98851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06" name="Straight Arrow Connector 305">
            <a:extLst>
              <a:ext uri="{FF2B5EF4-FFF2-40B4-BE49-F238E27FC236}">
                <a16:creationId xmlns:a16="http://schemas.microsoft.com/office/drawing/2014/main" id="{8EB3EB2A-50EC-DD56-0535-F99A57BAC3E1}"/>
              </a:ext>
            </a:extLst>
          </p:cNvPr>
          <p:cNvCxnSpPr/>
          <p:nvPr/>
        </p:nvCxnSpPr>
        <p:spPr>
          <a:xfrm flipV="1">
            <a:off x="4786277" y="4686979"/>
            <a:ext cx="98851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07" name="Straight Arrow Connector 306">
            <a:extLst>
              <a:ext uri="{FF2B5EF4-FFF2-40B4-BE49-F238E27FC236}">
                <a16:creationId xmlns:a16="http://schemas.microsoft.com/office/drawing/2014/main" id="{AEFDF46F-B6B6-7ED8-547D-215F33DECBB7}"/>
              </a:ext>
            </a:extLst>
          </p:cNvPr>
          <p:cNvCxnSpPr>
            <a:cxnSpLocks/>
            <a:endCxn id="150" idx="0"/>
          </p:cNvCxnSpPr>
          <p:nvPr/>
        </p:nvCxnSpPr>
        <p:spPr>
          <a:xfrm>
            <a:off x="4169159" y="465120"/>
            <a:ext cx="11625" cy="19035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11" name="Straight Arrow Connector 310">
            <a:extLst>
              <a:ext uri="{FF2B5EF4-FFF2-40B4-BE49-F238E27FC236}">
                <a16:creationId xmlns:a16="http://schemas.microsoft.com/office/drawing/2014/main" id="{68789282-D92B-62D5-B41B-AE6A43B3C0E3}"/>
              </a:ext>
            </a:extLst>
          </p:cNvPr>
          <p:cNvCxnSpPr>
            <a:cxnSpLocks/>
          </p:cNvCxnSpPr>
          <p:nvPr/>
        </p:nvCxnSpPr>
        <p:spPr>
          <a:xfrm>
            <a:off x="6245322" y="1507789"/>
            <a:ext cx="245169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3" name="Rectangle 312">
            <a:extLst>
              <a:ext uri="{FF2B5EF4-FFF2-40B4-BE49-F238E27FC236}">
                <a16:creationId xmlns:a16="http://schemas.microsoft.com/office/drawing/2014/main" id="{9331C334-B0B5-1B5C-A66A-97C738CD87D9}"/>
              </a:ext>
            </a:extLst>
          </p:cNvPr>
          <p:cNvSpPr/>
          <p:nvPr/>
        </p:nvSpPr>
        <p:spPr>
          <a:xfrm>
            <a:off x="3604204" y="6009938"/>
            <a:ext cx="1490707" cy="5615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Hazard Detection Unit </a:t>
            </a:r>
          </a:p>
        </p:txBody>
      </p:sp>
      <p:sp>
        <p:nvSpPr>
          <p:cNvPr id="314" name="Rectangle 313">
            <a:extLst>
              <a:ext uri="{FF2B5EF4-FFF2-40B4-BE49-F238E27FC236}">
                <a16:creationId xmlns:a16="http://schemas.microsoft.com/office/drawing/2014/main" id="{D8C26162-0AF2-DD94-2842-27E1B6839ECF}"/>
              </a:ext>
            </a:extLst>
          </p:cNvPr>
          <p:cNvSpPr/>
          <p:nvPr/>
        </p:nvSpPr>
        <p:spPr>
          <a:xfrm>
            <a:off x="6655370" y="5975632"/>
            <a:ext cx="1748287" cy="5615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Forwarding Unit </a:t>
            </a:r>
          </a:p>
        </p:txBody>
      </p:sp>
      <p:sp>
        <p:nvSpPr>
          <p:cNvPr id="315" name="TextBox 314">
            <a:extLst>
              <a:ext uri="{FF2B5EF4-FFF2-40B4-BE49-F238E27FC236}">
                <a16:creationId xmlns:a16="http://schemas.microsoft.com/office/drawing/2014/main" id="{B2CB3A12-496D-90EE-F4B8-553D84B7FA0C}"/>
              </a:ext>
            </a:extLst>
          </p:cNvPr>
          <p:cNvSpPr txBox="1"/>
          <p:nvPr/>
        </p:nvSpPr>
        <p:spPr>
          <a:xfrm>
            <a:off x="8683520" y="1399253"/>
            <a:ext cx="585554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PC4</a:t>
            </a:r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r>
              <a:rPr lang="en-US" sz="800" dirty="0"/>
              <a:t>ALU</a:t>
            </a:r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r>
              <a:rPr lang="en-US" sz="800" dirty="0"/>
              <a:t>Rs2_fw</a:t>
            </a:r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r>
              <a:rPr lang="en-US" sz="800" dirty="0"/>
              <a:t>Instr</a:t>
            </a:r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r>
              <a:rPr lang="en-US" sz="800" dirty="0"/>
              <a:t>MemRW</a:t>
            </a:r>
          </a:p>
          <a:p>
            <a:r>
              <a:rPr lang="en-US" sz="800" dirty="0"/>
              <a:t>WBSel</a:t>
            </a:r>
          </a:p>
          <a:p>
            <a:r>
              <a:rPr lang="en-US" sz="800" dirty="0"/>
              <a:t>RegWEn</a:t>
            </a:r>
          </a:p>
          <a:p>
            <a:endParaRPr lang="en-US" sz="800" dirty="0"/>
          </a:p>
          <a:p>
            <a:endParaRPr lang="en-US" dirty="0"/>
          </a:p>
        </p:txBody>
      </p:sp>
      <p:sp>
        <p:nvSpPr>
          <p:cNvPr id="316" name="Diagonal Stripe 315">
            <a:extLst>
              <a:ext uri="{FF2B5EF4-FFF2-40B4-BE49-F238E27FC236}">
                <a16:creationId xmlns:a16="http://schemas.microsoft.com/office/drawing/2014/main" id="{5E4D5DFC-08F0-E133-666F-4BFCF1F00BF8}"/>
              </a:ext>
            </a:extLst>
          </p:cNvPr>
          <p:cNvSpPr/>
          <p:nvPr/>
        </p:nvSpPr>
        <p:spPr>
          <a:xfrm rot="8189324">
            <a:off x="7264975" y="2064751"/>
            <a:ext cx="496620" cy="516905"/>
          </a:xfrm>
          <a:prstGeom prst="diagStrip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17" name="Diagonal Stripe 316">
            <a:extLst>
              <a:ext uri="{FF2B5EF4-FFF2-40B4-BE49-F238E27FC236}">
                <a16:creationId xmlns:a16="http://schemas.microsoft.com/office/drawing/2014/main" id="{2828826E-2E53-A1EE-1700-D20CCD4B36E1}"/>
              </a:ext>
            </a:extLst>
          </p:cNvPr>
          <p:cNvSpPr/>
          <p:nvPr/>
        </p:nvSpPr>
        <p:spPr>
          <a:xfrm rot="8189324">
            <a:off x="7248061" y="3096712"/>
            <a:ext cx="497671" cy="512110"/>
          </a:xfrm>
          <a:prstGeom prst="diagStrip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18" name="Rectangle 317">
            <a:extLst>
              <a:ext uri="{FF2B5EF4-FFF2-40B4-BE49-F238E27FC236}">
                <a16:creationId xmlns:a16="http://schemas.microsoft.com/office/drawing/2014/main" id="{C30FA7DA-61FA-5870-53A4-9F39535549E9}"/>
              </a:ext>
            </a:extLst>
          </p:cNvPr>
          <p:cNvSpPr/>
          <p:nvPr/>
        </p:nvSpPr>
        <p:spPr>
          <a:xfrm>
            <a:off x="9637455" y="2757424"/>
            <a:ext cx="631196" cy="96456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/>
              <a:t>DMEM</a:t>
            </a:r>
          </a:p>
        </p:txBody>
      </p:sp>
      <p:cxnSp>
        <p:nvCxnSpPr>
          <p:cNvPr id="320" name="Straight Arrow Connector 319">
            <a:extLst>
              <a:ext uri="{FF2B5EF4-FFF2-40B4-BE49-F238E27FC236}">
                <a16:creationId xmlns:a16="http://schemas.microsoft.com/office/drawing/2014/main" id="{CAFE26C8-5AF2-E977-1682-25FBB4863C44}"/>
              </a:ext>
            </a:extLst>
          </p:cNvPr>
          <p:cNvCxnSpPr>
            <a:cxnSpLocks/>
            <a:stCxn id="318" idx="3"/>
          </p:cNvCxnSpPr>
          <p:nvPr/>
        </p:nvCxnSpPr>
        <p:spPr>
          <a:xfrm>
            <a:off x="10268651" y="3239708"/>
            <a:ext cx="43763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3" name="Straight Arrow Connector 322">
            <a:extLst>
              <a:ext uri="{FF2B5EF4-FFF2-40B4-BE49-F238E27FC236}">
                <a16:creationId xmlns:a16="http://schemas.microsoft.com/office/drawing/2014/main" id="{70F65A6F-2143-FFFC-7076-BDC561BF1C4E}"/>
              </a:ext>
            </a:extLst>
          </p:cNvPr>
          <p:cNvCxnSpPr/>
          <p:nvPr/>
        </p:nvCxnSpPr>
        <p:spPr>
          <a:xfrm>
            <a:off x="9170009" y="2967925"/>
            <a:ext cx="46218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4" name="Straight Arrow Connector 323">
            <a:extLst>
              <a:ext uri="{FF2B5EF4-FFF2-40B4-BE49-F238E27FC236}">
                <a16:creationId xmlns:a16="http://schemas.microsoft.com/office/drawing/2014/main" id="{CD83D21C-F7BC-20E4-6279-824FE91B3E95}"/>
              </a:ext>
            </a:extLst>
          </p:cNvPr>
          <p:cNvCxnSpPr/>
          <p:nvPr/>
        </p:nvCxnSpPr>
        <p:spPr>
          <a:xfrm>
            <a:off x="9170009" y="3525347"/>
            <a:ext cx="46218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5" name="Straight Connector 324">
            <a:extLst>
              <a:ext uri="{FF2B5EF4-FFF2-40B4-BE49-F238E27FC236}">
                <a16:creationId xmlns:a16="http://schemas.microsoft.com/office/drawing/2014/main" id="{6B3888F1-2E5A-14A6-7703-CC8FB70386DC}"/>
              </a:ext>
            </a:extLst>
          </p:cNvPr>
          <p:cNvCxnSpPr>
            <a:cxnSpLocks/>
          </p:cNvCxnSpPr>
          <p:nvPr/>
        </p:nvCxnSpPr>
        <p:spPr>
          <a:xfrm>
            <a:off x="8158067" y="2504480"/>
            <a:ext cx="0" cy="272456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326" name="Straight Connector 325">
            <a:extLst>
              <a:ext uri="{FF2B5EF4-FFF2-40B4-BE49-F238E27FC236}">
                <a16:creationId xmlns:a16="http://schemas.microsoft.com/office/drawing/2014/main" id="{788D9E7F-9939-AEBC-F494-4671C87C69A8}"/>
              </a:ext>
            </a:extLst>
          </p:cNvPr>
          <p:cNvCxnSpPr>
            <a:cxnSpLocks/>
          </p:cNvCxnSpPr>
          <p:nvPr/>
        </p:nvCxnSpPr>
        <p:spPr>
          <a:xfrm>
            <a:off x="8151024" y="2504480"/>
            <a:ext cx="314772" cy="304800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327" name="Straight Connector 326">
            <a:extLst>
              <a:ext uri="{FF2B5EF4-FFF2-40B4-BE49-F238E27FC236}">
                <a16:creationId xmlns:a16="http://schemas.microsoft.com/office/drawing/2014/main" id="{9BE35440-2CD3-150A-2692-F1F005067FE5}"/>
              </a:ext>
            </a:extLst>
          </p:cNvPr>
          <p:cNvCxnSpPr>
            <a:cxnSpLocks/>
          </p:cNvCxnSpPr>
          <p:nvPr/>
        </p:nvCxnSpPr>
        <p:spPr>
          <a:xfrm>
            <a:off x="8151024" y="3075579"/>
            <a:ext cx="0" cy="245261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328" name="Straight Connector 327">
            <a:extLst>
              <a:ext uri="{FF2B5EF4-FFF2-40B4-BE49-F238E27FC236}">
                <a16:creationId xmlns:a16="http://schemas.microsoft.com/office/drawing/2014/main" id="{243C82DA-D4AF-B0BA-DD3E-BD1D8EA50C8F}"/>
              </a:ext>
            </a:extLst>
          </p:cNvPr>
          <p:cNvCxnSpPr>
            <a:cxnSpLocks/>
          </p:cNvCxnSpPr>
          <p:nvPr/>
        </p:nvCxnSpPr>
        <p:spPr>
          <a:xfrm flipV="1">
            <a:off x="8148747" y="3075579"/>
            <a:ext cx="317049" cy="259691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329" name="Straight Connector 328">
            <a:extLst>
              <a:ext uri="{FF2B5EF4-FFF2-40B4-BE49-F238E27FC236}">
                <a16:creationId xmlns:a16="http://schemas.microsoft.com/office/drawing/2014/main" id="{154DD8F0-3138-E4DC-B178-CC3D7E709182}"/>
              </a:ext>
            </a:extLst>
          </p:cNvPr>
          <p:cNvCxnSpPr>
            <a:cxnSpLocks/>
          </p:cNvCxnSpPr>
          <p:nvPr/>
        </p:nvCxnSpPr>
        <p:spPr>
          <a:xfrm>
            <a:off x="8158067" y="2764171"/>
            <a:ext cx="149204" cy="174954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330" name="Straight Connector 329">
            <a:extLst>
              <a:ext uri="{FF2B5EF4-FFF2-40B4-BE49-F238E27FC236}">
                <a16:creationId xmlns:a16="http://schemas.microsoft.com/office/drawing/2014/main" id="{9B135352-2D98-5185-8B2D-3010C6C6E01A}"/>
              </a:ext>
            </a:extLst>
          </p:cNvPr>
          <p:cNvCxnSpPr>
            <a:cxnSpLocks/>
          </p:cNvCxnSpPr>
          <p:nvPr/>
        </p:nvCxnSpPr>
        <p:spPr>
          <a:xfrm flipH="1">
            <a:off x="8148747" y="2939125"/>
            <a:ext cx="158524" cy="136454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331" name="TextBox 330">
            <a:extLst>
              <a:ext uri="{FF2B5EF4-FFF2-40B4-BE49-F238E27FC236}">
                <a16:creationId xmlns:a16="http://schemas.microsoft.com/office/drawing/2014/main" id="{A6468785-9E6D-E24E-4CDD-BDC7E788A782}"/>
              </a:ext>
            </a:extLst>
          </p:cNvPr>
          <p:cNvSpPr txBox="1"/>
          <p:nvPr/>
        </p:nvSpPr>
        <p:spPr>
          <a:xfrm>
            <a:off x="8258946" y="2703698"/>
            <a:ext cx="2257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ALU</a:t>
            </a:r>
          </a:p>
        </p:txBody>
      </p:sp>
      <p:cxnSp>
        <p:nvCxnSpPr>
          <p:cNvPr id="340" name="Straight Connector 339">
            <a:extLst>
              <a:ext uri="{FF2B5EF4-FFF2-40B4-BE49-F238E27FC236}">
                <a16:creationId xmlns:a16="http://schemas.microsoft.com/office/drawing/2014/main" id="{6FF3D855-C603-3500-C397-918AFCC5D479}"/>
              </a:ext>
            </a:extLst>
          </p:cNvPr>
          <p:cNvCxnSpPr/>
          <p:nvPr/>
        </p:nvCxnSpPr>
        <p:spPr>
          <a:xfrm>
            <a:off x="8464147" y="2776936"/>
            <a:ext cx="0" cy="30850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2" name="Straight Arrow Connector 341">
            <a:extLst>
              <a:ext uri="{FF2B5EF4-FFF2-40B4-BE49-F238E27FC236}">
                <a16:creationId xmlns:a16="http://schemas.microsoft.com/office/drawing/2014/main" id="{533D6A98-E6D9-859A-5C6C-D2F5FBF51F4A}"/>
              </a:ext>
            </a:extLst>
          </p:cNvPr>
          <p:cNvCxnSpPr/>
          <p:nvPr/>
        </p:nvCxnSpPr>
        <p:spPr>
          <a:xfrm flipV="1">
            <a:off x="9170009" y="1513382"/>
            <a:ext cx="1532555" cy="157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4" name="Straight Arrow Connector 343">
            <a:extLst>
              <a:ext uri="{FF2B5EF4-FFF2-40B4-BE49-F238E27FC236}">
                <a16:creationId xmlns:a16="http://schemas.microsoft.com/office/drawing/2014/main" id="{7279E203-CA24-D156-F8D6-B6C64A20E640}"/>
              </a:ext>
            </a:extLst>
          </p:cNvPr>
          <p:cNvCxnSpPr>
            <a:cxnSpLocks/>
          </p:cNvCxnSpPr>
          <p:nvPr/>
        </p:nvCxnSpPr>
        <p:spPr>
          <a:xfrm>
            <a:off x="9416053" y="2199094"/>
            <a:ext cx="128651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7" name="Straight Connector 346">
            <a:extLst>
              <a:ext uri="{FF2B5EF4-FFF2-40B4-BE49-F238E27FC236}">
                <a16:creationId xmlns:a16="http://schemas.microsoft.com/office/drawing/2014/main" id="{9C7B26E1-DCD3-CD8E-40E0-35ECBE939763}"/>
              </a:ext>
            </a:extLst>
          </p:cNvPr>
          <p:cNvCxnSpPr/>
          <p:nvPr/>
        </p:nvCxnSpPr>
        <p:spPr>
          <a:xfrm flipV="1">
            <a:off x="9423610" y="2206651"/>
            <a:ext cx="0" cy="77081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8" name="Straight Arrow Connector 347">
            <a:extLst>
              <a:ext uri="{FF2B5EF4-FFF2-40B4-BE49-F238E27FC236}">
                <a16:creationId xmlns:a16="http://schemas.microsoft.com/office/drawing/2014/main" id="{E1437304-39B8-4833-6488-2FC9761F28DA}"/>
              </a:ext>
            </a:extLst>
          </p:cNvPr>
          <p:cNvCxnSpPr>
            <a:cxnSpLocks/>
            <a:endCxn id="318" idx="2"/>
          </p:cNvCxnSpPr>
          <p:nvPr/>
        </p:nvCxnSpPr>
        <p:spPr>
          <a:xfrm flipV="1">
            <a:off x="9953053" y="3721991"/>
            <a:ext cx="0" cy="14786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52" name="Straight Connector 351">
            <a:extLst>
              <a:ext uri="{FF2B5EF4-FFF2-40B4-BE49-F238E27FC236}">
                <a16:creationId xmlns:a16="http://schemas.microsoft.com/office/drawing/2014/main" id="{4A00224F-6381-BFBC-A8C2-019CF58B3B14}"/>
              </a:ext>
            </a:extLst>
          </p:cNvPr>
          <p:cNvCxnSpPr>
            <a:cxnSpLocks/>
          </p:cNvCxnSpPr>
          <p:nvPr/>
        </p:nvCxnSpPr>
        <p:spPr>
          <a:xfrm>
            <a:off x="9170009" y="5190969"/>
            <a:ext cx="793141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53" name="Straight Arrow Connector 352">
            <a:extLst>
              <a:ext uri="{FF2B5EF4-FFF2-40B4-BE49-F238E27FC236}">
                <a16:creationId xmlns:a16="http://schemas.microsoft.com/office/drawing/2014/main" id="{9D85EB60-BB88-A970-1B68-FE4D3DB9D475}"/>
              </a:ext>
            </a:extLst>
          </p:cNvPr>
          <p:cNvCxnSpPr>
            <a:cxnSpLocks/>
          </p:cNvCxnSpPr>
          <p:nvPr/>
        </p:nvCxnSpPr>
        <p:spPr>
          <a:xfrm>
            <a:off x="9170009" y="5343913"/>
            <a:ext cx="15325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55" name="Straight Arrow Connector 354">
            <a:extLst>
              <a:ext uri="{FF2B5EF4-FFF2-40B4-BE49-F238E27FC236}">
                <a16:creationId xmlns:a16="http://schemas.microsoft.com/office/drawing/2014/main" id="{B921F2DC-9D31-CA4B-D5E1-AD44EE424427}"/>
              </a:ext>
            </a:extLst>
          </p:cNvPr>
          <p:cNvCxnSpPr>
            <a:cxnSpLocks/>
          </p:cNvCxnSpPr>
          <p:nvPr/>
        </p:nvCxnSpPr>
        <p:spPr>
          <a:xfrm>
            <a:off x="9170009" y="5473813"/>
            <a:ext cx="15325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63" name="Straight Arrow Connector 362">
            <a:extLst>
              <a:ext uri="{FF2B5EF4-FFF2-40B4-BE49-F238E27FC236}">
                <a16:creationId xmlns:a16="http://schemas.microsoft.com/office/drawing/2014/main" id="{DA5A6843-4897-2F3E-C87C-3B6C70D40F4D}"/>
              </a:ext>
            </a:extLst>
          </p:cNvPr>
          <p:cNvCxnSpPr>
            <a:cxnSpLocks/>
          </p:cNvCxnSpPr>
          <p:nvPr/>
        </p:nvCxnSpPr>
        <p:spPr>
          <a:xfrm>
            <a:off x="6252147" y="1975306"/>
            <a:ext cx="125939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4" name="Straight Arrow Connector 363">
            <a:extLst>
              <a:ext uri="{FF2B5EF4-FFF2-40B4-BE49-F238E27FC236}">
                <a16:creationId xmlns:a16="http://schemas.microsoft.com/office/drawing/2014/main" id="{0267668D-2C89-4F30-55AA-C03946D8032B}"/>
              </a:ext>
            </a:extLst>
          </p:cNvPr>
          <p:cNvCxnSpPr>
            <a:cxnSpLocks/>
          </p:cNvCxnSpPr>
          <p:nvPr/>
        </p:nvCxnSpPr>
        <p:spPr>
          <a:xfrm>
            <a:off x="6256071" y="2484976"/>
            <a:ext cx="52058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5" name="Straight Arrow Connector 364">
            <a:extLst>
              <a:ext uri="{FF2B5EF4-FFF2-40B4-BE49-F238E27FC236}">
                <a16:creationId xmlns:a16="http://schemas.microsoft.com/office/drawing/2014/main" id="{C4057CC7-19D8-B5E5-20EB-30F81C4CC3E2}"/>
              </a:ext>
            </a:extLst>
          </p:cNvPr>
          <p:cNvCxnSpPr>
            <a:cxnSpLocks/>
          </p:cNvCxnSpPr>
          <p:nvPr/>
        </p:nvCxnSpPr>
        <p:spPr>
          <a:xfrm flipV="1">
            <a:off x="6256071" y="3067092"/>
            <a:ext cx="537416" cy="2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6" name="Straight Arrow Connector 365">
            <a:extLst>
              <a:ext uri="{FF2B5EF4-FFF2-40B4-BE49-F238E27FC236}">
                <a16:creationId xmlns:a16="http://schemas.microsoft.com/office/drawing/2014/main" id="{C5E93273-8047-796A-CFC8-239E6354310F}"/>
              </a:ext>
            </a:extLst>
          </p:cNvPr>
          <p:cNvCxnSpPr>
            <a:cxnSpLocks/>
          </p:cNvCxnSpPr>
          <p:nvPr/>
        </p:nvCxnSpPr>
        <p:spPr>
          <a:xfrm>
            <a:off x="6590992" y="3702353"/>
            <a:ext cx="88017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9" name="Straight Connector 368">
            <a:extLst>
              <a:ext uri="{FF2B5EF4-FFF2-40B4-BE49-F238E27FC236}">
                <a16:creationId xmlns:a16="http://schemas.microsoft.com/office/drawing/2014/main" id="{F95F08A6-44DF-BD2F-E6E6-9E39C6E82D8A}"/>
              </a:ext>
            </a:extLst>
          </p:cNvPr>
          <p:cNvCxnSpPr>
            <a:cxnSpLocks/>
          </p:cNvCxnSpPr>
          <p:nvPr/>
        </p:nvCxnSpPr>
        <p:spPr>
          <a:xfrm>
            <a:off x="6587722" y="3702353"/>
            <a:ext cx="0" cy="20601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1" name="Straight Connector 370">
            <a:extLst>
              <a:ext uri="{FF2B5EF4-FFF2-40B4-BE49-F238E27FC236}">
                <a16:creationId xmlns:a16="http://schemas.microsoft.com/office/drawing/2014/main" id="{05EC2E9B-E911-8538-FB1F-276A7374D735}"/>
              </a:ext>
            </a:extLst>
          </p:cNvPr>
          <p:cNvCxnSpPr/>
          <p:nvPr/>
        </p:nvCxnSpPr>
        <p:spPr>
          <a:xfrm>
            <a:off x="6252147" y="3908372"/>
            <a:ext cx="33052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2" name="Delay 371">
            <a:extLst>
              <a:ext uri="{FF2B5EF4-FFF2-40B4-BE49-F238E27FC236}">
                <a16:creationId xmlns:a16="http://schemas.microsoft.com/office/drawing/2014/main" id="{F219CC42-5E90-AE7A-852E-3038CA9624D4}"/>
              </a:ext>
            </a:extLst>
          </p:cNvPr>
          <p:cNvSpPr/>
          <p:nvPr/>
        </p:nvSpPr>
        <p:spPr>
          <a:xfrm flipV="1">
            <a:off x="7871313" y="1597325"/>
            <a:ext cx="302205" cy="204681"/>
          </a:xfrm>
          <a:prstGeom prst="flowChartDelay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3" name="Straight Connector 372">
            <a:extLst>
              <a:ext uri="{FF2B5EF4-FFF2-40B4-BE49-F238E27FC236}">
                <a16:creationId xmlns:a16="http://schemas.microsoft.com/office/drawing/2014/main" id="{0F70B1E9-33A4-21C0-DE7B-B1AC09271D2A}"/>
              </a:ext>
            </a:extLst>
          </p:cNvPr>
          <p:cNvCxnSpPr>
            <a:cxnSpLocks/>
          </p:cNvCxnSpPr>
          <p:nvPr/>
        </p:nvCxnSpPr>
        <p:spPr>
          <a:xfrm>
            <a:off x="6252147" y="4563789"/>
            <a:ext cx="1392598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74" name="Straight Connector 373">
            <a:extLst>
              <a:ext uri="{FF2B5EF4-FFF2-40B4-BE49-F238E27FC236}">
                <a16:creationId xmlns:a16="http://schemas.microsoft.com/office/drawing/2014/main" id="{5E83D5E5-6CF2-FFF6-B8A4-5F6AF6E034CD}"/>
              </a:ext>
            </a:extLst>
          </p:cNvPr>
          <p:cNvCxnSpPr>
            <a:cxnSpLocks/>
          </p:cNvCxnSpPr>
          <p:nvPr/>
        </p:nvCxnSpPr>
        <p:spPr>
          <a:xfrm>
            <a:off x="6252147" y="4645070"/>
            <a:ext cx="1603642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76" name="Straight Arrow Connector 375">
            <a:extLst>
              <a:ext uri="{FF2B5EF4-FFF2-40B4-BE49-F238E27FC236}">
                <a16:creationId xmlns:a16="http://schemas.microsoft.com/office/drawing/2014/main" id="{E84FAA7C-9AA7-02C8-CBB4-196B49ACB44F}"/>
              </a:ext>
            </a:extLst>
          </p:cNvPr>
          <p:cNvCxnSpPr>
            <a:cxnSpLocks/>
          </p:cNvCxnSpPr>
          <p:nvPr/>
        </p:nvCxnSpPr>
        <p:spPr>
          <a:xfrm flipV="1">
            <a:off x="7599257" y="3610043"/>
            <a:ext cx="0" cy="9522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84" name="Straight Connector 383">
            <a:extLst>
              <a:ext uri="{FF2B5EF4-FFF2-40B4-BE49-F238E27FC236}">
                <a16:creationId xmlns:a16="http://schemas.microsoft.com/office/drawing/2014/main" id="{8043F3BB-FF93-C672-3F31-D8471C4E1DBB}"/>
              </a:ext>
            </a:extLst>
          </p:cNvPr>
          <p:cNvCxnSpPr>
            <a:cxnSpLocks/>
          </p:cNvCxnSpPr>
          <p:nvPr/>
        </p:nvCxnSpPr>
        <p:spPr>
          <a:xfrm>
            <a:off x="6252147" y="4741055"/>
            <a:ext cx="2109725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88" name="Straight Arrow Connector 387">
            <a:extLst>
              <a:ext uri="{FF2B5EF4-FFF2-40B4-BE49-F238E27FC236}">
                <a16:creationId xmlns:a16="http://schemas.microsoft.com/office/drawing/2014/main" id="{9D9CC05D-3621-E230-8C08-316AF6255163}"/>
              </a:ext>
            </a:extLst>
          </p:cNvPr>
          <p:cNvCxnSpPr>
            <a:cxnSpLocks/>
          </p:cNvCxnSpPr>
          <p:nvPr/>
        </p:nvCxnSpPr>
        <p:spPr>
          <a:xfrm flipV="1">
            <a:off x="8366786" y="3160350"/>
            <a:ext cx="0" cy="15891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90" name="Straight Arrow Connector 389">
            <a:extLst>
              <a:ext uri="{FF2B5EF4-FFF2-40B4-BE49-F238E27FC236}">
                <a16:creationId xmlns:a16="http://schemas.microsoft.com/office/drawing/2014/main" id="{4A33827F-18CE-BCDF-ABF6-BCFD6D2BEA5B}"/>
              </a:ext>
            </a:extLst>
          </p:cNvPr>
          <p:cNvCxnSpPr>
            <a:cxnSpLocks/>
          </p:cNvCxnSpPr>
          <p:nvPr/>
        </p:nvCxnSpPr>
        <p:spPr>
          <a:xfrm flipV="1">
            <a:off x="8459638" y="2907825"/>
            <a:ext cx="237376" cy="51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3" name="Elbow Connector 392">
            <a:extLst>
              <a:ext uri="{FF2B5EF4-FFF2-40B4-BE49-F238E27FC236}">
                <a16:creationId xmlns:a16="http://schemas.microsoft.com/office/drawing/2014/main" id="{5013B24C-8D4D-A1EE-302A-D6D4569551D3}"/>
              </a:ext>
            </a:extLst>
          </p:cNvPr>
          <p:cNvCxnSpPr>
            <a:cxnSpLocks/>
          </p:cNvCxnSpPr>
          <p:nvPr/>
        </p:nvCxnSpPr>
        <p:spPr>
          <a:xfrm rot="16200000" flipV="1">
            <a:off x="6694209" y="3518514"/>
            <a:ext cx="2100216" cy="186420"/>
          </a:xfrm>
          <a:prstGeom prst="bentConnector3">
            <a:avLst>
              <a:gd name="adj1" fmla="val 77680"/>
            </a:avLst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00" name="Elbow Connector 399">
            <a:extLst>
              <a:ext uri="{FF2B5EF4-FFF2-40B4-BE49-F238E27FC236}">
                <a16:creationId xmlns:a16="http://schemas.microsoft.com/office/drawing/2014/main" id="{900BEFD2-24E4-7513-78A4-A87FC8F9FEAE}"/>
              </a:ext>
            </a:extLst>
          </p:cNvPr>
          <p:cNvCxnSpPr>
            <a:cxnSpLocks/>
          </p:cNvCxnSpPr>
          <p:nvPr/>
        </p:nvCxnSpPr>
        <p:spPr>
          <a:xfrm>
            <a:off x="7700443" y="2310567"/>
            <a:ext cx="435579" cy="326925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2" name="Elbow Connector 401">
            <a:extLst>
              <a:ext uri="{FF2B5EF4-FFF2-40B4-BE49-F238E27FC236}">
                <a16:creationId xmlns:a16="http://schemas.microsoft.com/office/drawing/2014/main" id="{64BAA7FF-82AE-A889-3351-F8CC0A55B382}"/>
              </a:ext>
            </a:extLst>
          </p:cNvPr>
          <p:cNvCxnSpPr>
            <a:cxnSpLocks/>
          </p:cNvCxnSpPr>
          <p:nvPr/>
        </p:nvCxnSpPr>
        <p:spPr>
          <a:xfrm flipV="1">
            <a:off x="7701097" y="3174480"/>
            <a:ext cx="459280" cy="167343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03" name="Diagonal Stripe 402">
            <a:extLst>
              <a:ext uri="{FF2B5EF4-FFF2-40B4-BE49-F238E27FC236}">
                <a16:creationId xmlns:a16="http://schemas.microsoft.com/office/drawing/2014/main" id="{7964369D-94C6-544E-0F3A-830DC7FE9533}"/>
              </a:ext>
            </a:extLst>
          </p:cNvPr>
          <p:cNvSpPr/>
          <p:nvPr/>
        </p:nvSpPr>
        <p:spPr>
          <a:xfrm rot="8189324">
            <a:off x="11035931" y="1938104"/>
            <a:ext cx="618524" cy="653030"/>
          </a:xfrm>
          <a:prstGeom prst="diagStrip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404" name="Straight Connector 403">
            <a:extLst>
              <a:ext uri="{FF2B5EF4-FFF2-40B4-BE49-F238E27FC236}">
                <a16:creationId xmlns:a16="http://schemas.microsoft.com/office/drawing/2014/main" id="{A716932E-A68E-1590-C30B-54DA7E32CFC2}"/>
              </a:ext>
            </a:extLst>
          </p:cNvPr>
          <p:cNvCxnSpPr>
            <a:cxnSpLocks/>
          </p:cNvCxnSpPr>
          <p:nvPr/>
        </p:nvCxnSpPr>
        <p:spPr>
          <a:xfrm>
            <a:off x="11021614" y="5287313"/>
            <a:ext cx="466957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06" name="Straight Arrow Connector 405">
            <a:extLst>
              <a:ext uri="{FF2B5EF4-FFF2-40B4-BE49-F238E27FC236}">
                <a16:creationId xmlns:a16="http://schemas.microsoft.com/office/drawing/2014/main" id="{6B663591-62A8-56EC-9194-BE8193895897}"/>
              </a:ext>
            </a:extLst>
          </p:cNvPr>
          <p:cNvCxnSpPr>
            <a:cxnSpLocks/>
          </p:cNvCxnSpPr>
          <p:nvPr/>
        </p:nvCxnSpPr>
        <p:spPr>
          <a:xfrm flipH="1" flipV="1">
            <a:off x="11486197" y="2622300"/>
            <a:ext cx="64" cy="26783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10" name="Straight Connector 409">
            <a:extLst>
              <a:ext uri="{FF2B5EF4-FFF2-40B4-BE49-F238E27FC236}">
                <a16:creationId xmlns:a16="http://schemas.microsoft.com/office/drawing/2014/main" id="{AB39B1B9-7672-BD6E-6E6F-5D50838992BE}"/>
              </a:ext>
            </a:extLst>
          </p:cNvPr>
          <p:cNvCxnSpPr>
            <a:cxnSpLocks/>
          </p:cNvCxnSpPr>
          <p:nvPr/>
        </p:nvCxnSpPr>
        <p:spPr>
          <a:xfrm>
            <a:off x="11021614" y="5393895"/>
            <a:ext cx="909118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12" name="Straight Connector 411">
            <a:extLst>
              <a:ext uri="{FF2B5EF4-FFF2-40B4-BE49-F238E27FC236}">
                <a16:creationId xmlns:a16="http://schemas.microsoft.com/office/drawing/2014/main" id="{0A0DCFDD-9642-E2AB-CA0C-7116D2B54A7C}"/>
              </a:ext>
            </a:extLst>
          </p:cNvPr>
          <p:cNvCxnSpPr>
            <a:cxnSpLocks/>
            <a:endCxn id="271" idx="2"/>
          </p:cNvCxnSpPr>
          <p:nvPr/>
        </p:nvCxnSpPr>
        <p:spPr>
          <a:xfrm flipV="1">
            <a:off x="11930733" y="536340"/>
            <a:ext cx="0" cy="4871479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17" name="Straight Connector 416">
            <a:extLst>
              <a:ext uri="{FF2B5EF4-FFF2-40B4-BE49-F238E27FC236}">
                <a16:creationId xmlns:a16="http://schemas.microsoft.com/office/drawing/2014/main" id="{4F28B46F-3349-5B69-C213-3B66CDBC5E56}"/>
              </a:ext>
            </a:extLst>
          </p:cNvPr>
          <p:cNvCxnSpPr>
            <a:cxnSpLocks/>
            <a:endCxn id="271" idx="2"/>
          </p:cNvCxnSpPr>
          <p:nvPr/>
        </p:nvCxnSpPr>
        <p:spPr>
          <a:xfrm>
            <a:off x="4180784" y="482166"/>
            <a:ext cx="7749949" cy="54174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32" name="Straight Connector 431">
            <a:extLst>
              <a:ext uri="{FF2B5EF4-FFF2-40B4-BE49-F238E27FC236}">
                <a16:creationId xmlns:a16="http://schemas.microsoft.com/office/drawing/2014/main" id="{F4CBB751-C7DA-042B-C5C4-8AA9F546A75A}"/>
              </a:ext>
            </a:extLst>
          </p:cNvPr>
          <p:cNvCxnSpPr>
            <a:cxnSpLocks/>
          </p:cNvCxnSpPr>
          <p:nvPr/>
        </p:nvCxnSpPr>
        <p:spPr>
          <a:xfrm>
            <a:off x="11021614" y="3244901"/>
            <a:ext cx="18994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5" name="Straight Connector 434">
            <a:extLst>
              <a:ext uri="{FF2B5EF4-FFF2-40B4-BE49-F238E27FC236}">
                <a16:creationId xmlns:a16="http://schemas.microsoft.com/office/drawing/2014/main" id="{E67601E6-9879-11DC-9904-E22A9332720C}"/>
              </a:ext>
            </a:extLst>
          </p:cNvPr>
          <p:cNvCxnSpPr>
            <a:cxnSpLocks/>
          </p:cNvCxnSpPr>
          <p:nvPr/>
        </p:nvCxnSpPr>
        <p:spPr>
          <a:xfrm flipV="1">
            <a:off x="11204494" y="2618807"/>
            <a:ext cx="0" cy="62705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8" name="Straight Arrow Connector 437">
            <a:extLst>
              <a:ext uri="{FF2B5EF4-FFF2-40B4-BE49-F238E27FC236}">
                <a16:creationId xmlns:a16="http://schemas.microsoft.com/office/drawing/2014/main" id="{2FC63BB2-C17A-4A6D-9031-3F440D85226A}"/>
              </a:ext>
            </a:extLst>
          </p:cNvPr>
          <p:cNvCxnSpPr>
            <a:cxnSpLocks/>
          </p:cNvCxnSpPr>
          <p:nvPr/>
        </p:nvCxnSpPr>
        <p:spPr>
          <a:xfrm>
            <a:off x="11193211" y="2627635"/>
            <a:ext cx="14026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0" name="Straight Arrow Connector 439">
            <a:extLst>
              <a:ext uri="{FF2B5EF4-FFF2-40B4-BE49-F238E27FC236}">
                <a16:creationId xmlns:a16="http://schemas.microsoft.com/office/drawing/2014/main" id="{0458659F-4413-9A83-E0C5-84F34DA9E6AC}"/>
              </a:ext>
            </a:extLst>
          </p:cNvPr>
          <p:cNvCxnSpPr>
            <a:cxnSpLocks/>
          </p:cNvCxnSpPr>
          <p:nvPr/>
        </p:nvCxnSpPr>
        <p:spPr>
          <a:xfrm>
            <a:off x="11021614" y="2219414"/>
            <a:ext cx="32827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2" name="Straight Connector 441">
            <a:extLst>
              <a:ext uri="{FF2B5EF4-FFF2-40B4-BE49-F238E27FC236}">
                <a16:creationId xmlns:a16="http://schemas.microsoft.com/office/drawing/2014/main" id="{5A2E872F-C660-E572-ADD9-BB4EBBB3092C}"/>
              </a:ext>
            </a:extLst>
          </p:cNvPr>
          <p:cNvCxnSpPr>
            <a:cxnSpLocks/>
          </p:cNvCxnSpPr>
          <p:nvPr/>
        </p:nvCxnSpPr>
        <p:spPr>
          <a:xfrm>
            <a:off x="11021614" y="1529098"/>
            <a:ext cx="18994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3" name="Straight Connector 442">
            <a:extLst>
              <a:ext uri="{FF2B5EF4-FFF2-40B4-BE49-F238E27FC236}">
                <a16:creationId xmlns:a16="http://schemas.microsoft.com/office/drawing/2014/main" id="{0ADA2938-84C8-9D5B-AAE1-11B67D429394}"/>
              </a:ext>
            </a:extLst>
          </p:cNvPr>
          <p:cNvCxnSpPr>
            <a:cxnSpLocks/>
          </p:cNvCxnSpPr>
          <p:nvPr/>
        </p:nvCxnSpPr>
        <p:spPr>
          <a:xfrm flipV="1">
            <a:off x="11209574" y="1539000"/>
            <a:ext cx="0" cy="38624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5" name="Straight Arrow Connector 444">
            <a:extLst>
              <a:ext uri="{FF2B5EF4-FFF2-40B4-BE49-F238E27FC236}">
                <a16:creationId xmlns:a16="http://schemas.microsoft.com/office/drawing/2014/main" id="{D62D5DE5-E969-9815-9B60-D9431ECCC8A1}"/>
              </a:ext>
            </a:extLst>
          </p:cNvPr>
          <p:cNvCxnSpPr>
            <a:cxnSpLocks/>
          </p:cNvCxnSpPr>
          <p:nvPr/>
        </p:nvCxnSpPr>
        <p:spPr>
          <a:xfrm>
            <a:off x="11223691" y="1925243"/>
            <a:ext cx="14026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7" name="Straight Connector 446">
            <a:extLst>
              <a:ext uri="{FF2B5EF4-FFF2-40B4-BE49-F238E27FC236}">
                <a16:creationId xmlns:a16="http://schemas.microsoft.com/office/drawing/2014/main" id="{7596DECE-C99C-2FBA-578D-EFCCBE056013}"/>
              </a:ext>
            </a:extLst>
          </p:cNvPr>
          <p:cNvCxnSpPr>
            <a:cxnSpLocks/>
          </p:cNvCxnSpPr>
          <p:nvPr/>
        </p:nvCxnSpPr>
        <p:spPr>
          <a:xfrm>
            <a:off x="11570254" y="2277161"/>
            <a:ext cx="18994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8" name="Straight Connector 447">
            <a:extLst>
              <a:ext uri="{FF2B5EF4-FFF2-40B4-BE49-F238E27FC236}">
                <a16:creationId xmlns:a16="http://schemas.microsoft.com/office/drawing/2014/main" id="{BC4CC084-EB26-8F44-CE42-3D2620C9C5E1}"/>
              </a:ext>
            </a:extLst>
          </p:cNvPr>
          <p:cNvCxnSpPr>
            <a:cxnSpLocks/>
          </p:cNvCxnSpPr>
          <p:nvPr/>
        </p:nvCxnSpPr>
        <p:spPr>
          <a:xfrm flipV="1">
            <a:off x="11753134" y="942919"/>
            <a:ext cx="0" cy="134969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0" name="Straight Connector 449">
            <a:extLst>
              <a:ext uri="{FF2B5EF4-FFF2-40B4-BE49-F238E27FC236}">
                <a16:creationId xmlns:a16="http://schemas.microsoft.com/office/drawing/2014/main" id="{BB0506D2-273F-0A88-0530-11916319E5FE}"/>
              </a:ext>
            </a:extLst>
          </p:cNvPr>
          <p:cNvCxnSpPr>
            <a:cxnSpLocks/>
          </p:cNvCxnSpPr>
          <p:nvPr/>
        </p:nvCxnSpPr>
        <p:spPr>
          <a:xfrm>
            <a:off x="3404557" y="925455"/>
            <a:ext cx="8355643" cy="5395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4" name="Straight Connector 453">
            <a:extLst>
              <a:ext uri="{FF2B5EF4-FFF2-40B4-BE49-F238E27FC236}">
                <a16:creationId xmlns:a16="http://schemas.microsoft.com/office/drawing/2014/main" id="{8B1C6826-E7CA-2F3F-3250-3796322AC3DD}"/>
              </a:ext>
            </a:extLst>
          </p:cNvPr>
          <p:cNvCxnSpPr>
            <a:cxnSpLocks/>
          </p:cNvCxnSpPr>
          <p:nvPr/>
        </p:nvCxnSpPr>
        <p:spPr>
          <a:xfrm flipH="1" flipV="1">
            <a:off x="3404557" y="942919"/>
            <a:ext cx="10714" cy="153111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7" name="Straight Connector 456">
            <a:extLst>
              <a:ext uri="{FF2B5EF4-FFF2-40B4-BE49-F238E27FC236}">
                <a16:creationId xmlns:a16="http://schemas.microsoft.com/office/drawing/2014/main" id="{000F3463-0F0C-0F68-7874-B93163666EF1}"/>
              </a:ext>
            </a:extLst>
          </p:cNvPr>
          <p:cNvCxnSpPr>
            <a:cxnSpLocks/>
          </p:cNvCxnSpPr>
          <p:nvPr/>
        </p:nvCxnSpPr>
        <p:spPr>
          <a:xfrm flipH="1">
            <a:off x="3286005" y="5031143"/>
            <a:ext cx="14757" cy="125480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8" name="Straight Arrow Connector 457">
            <a:extLst>
              <a:ext uri="{FF2B5EF4-FFF2-40B4-BE49-F238E27FC236}">
                <a16:creationId xmlns:a16="http://schemas.microsoft.com/office/drawing/2014/main" id="{0BD24CB5-9436-B9C4-DDCA-BA00B7D8C2BB}"/>
              </a:ext>
            </a:extLst>
          </p:cNvPr>
          <p:cNvCxnSpPr>
            <a:cxnSpLocks/>
            <a:endCxn id="313" idx="1"/>
          </p:cNvCxnSpPr>
          <p:nvPr/>
        </p:nvCxnSpPr>
        <p:spPr>
          <a:xfrm>
            <a:off x="3286005" y="6290736"/>
            <a:ext cx="31819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6" name="Straight Arrow Connector 465">
            <a:extLst>
              <a:ext uri="{FF2B5EF4-FFF2-40B4-BE49-F238E27FC236}">
                <a16:creationId xmlns:a16="http://schemas.microsoft.com/office/drawing/2014/main" id="{707279F5-1AB4-AA50-CF1F-505371D8DA2A}"/>
              </a:ext>
            </a:extLst>
          </p:cNvPr>
          <p:cNvCxnSpPr>
            <a:cxnSpLocks/>
          </p:cNvCxnSpPr>
          <p:nvPr/>
        </p:nvCxnSpPr>
        <p:spPr>
          <a:xfrm flipV="1">
            <a:off x="2688427" y="5912360"/>
            <a:ext cx="0" cy="54973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468" name="Delay 467">
            <a:extLst>
              <a:ext uri="{FF2B5EF4-FFF2-40B4-BE49-F238E27FC236}">
                <a16:creationId xmlns:a16="http://schemas.microsoft.com/office/drawing/2014/main" id="{F78F0F86-31B0-30A1-626A-D300615774A1}"/>
              </a:ext>
            </a:extLst>
          </p:cNvPr>
          <p:cNvSpPr/>
          <p:nvPr/>
        </p:nvSpPr>
        <p:spPr>
          <a:xfrm rot="5400000">
            <a:off x="4833479" y="5703521"/>
            <a:ext cx="200893" cy="250335"/>
          </a:xfrm>
          <a:prstGeom prst="flowChartDelay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69" name="Straight Connector 468">
            <a:extLst>
              <a:ext uri="{FF2B5EF4-FFF2-40B4-BE49-F238E27FC236}">
                <a16:creationId xmlns:a16="http://schemas.microsoft.com/office/drawing/2014/main" id="{D764759D-4992-D194-5422-CB017477B3DA}"/>
              </a:ext>
            </a:extLst>
          </p:cNvPr>
          <p:cNvCxnSpPr>
            <a:cxnSpLocks/>
          </p:cNvCxnSpPr>
          <p:nvPr/>
        </p:nvCxnSpPr>
        <p:spPr>
          <a:xfrm flipV="1">
            <a:off x="4863260" y="5404342"/>
            <a:ext cx="0" cy="309924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71" name="Straight Connector 470">
            <a:extLst>
              <a:ext uri="{FF2B5EF4-FFF2-40B4-BE49-F238E27FC236}">
                <a16:creationId xmlns:a16="http://schemas.microsoft.com/office/drawing/2014/main" id="{91AB6274-C07F-BE5D-D8CE-B2930CFAB9F0}"/>
              </a:ext>
            </a:extLst>
          </p:cNvPr>
          <p:cNvCxnSpPr>
            <a:cxnSpLocks/>
          </p:cNvCxnSpPr>
          <p:nvPr/>
        </p:nvCxnSpPr>
        <p:spPr>
          <a:xfrm flipV="1">
            <a:off x="5020255" y="5333053"/>
            <a:ext cx="0" cy="393035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74" name="Straight Connector 473">
            <a:extLst>
              <a:ext uri="{FF2B5EF4-FFF2-40B4-BE49-F238E27FC236}">
                <a16:creationId xmlns:a16="http://schemas.microsoft.com/office/drawing/2014/main" id="{531F11DB-D034-9F85-CA8D-7F077378C8FD}"/>
              </a:ext>
            </a:extLst>
          </p:cNvPr>
          <p:cNvCxnSpPr>
            <a:cxnSpLocks/>
          </p:cNvCxnSpPr>
          <p:nvPr/>
        </p:nvCxnSpPr>
        <p:spPr>
          <a:xfrm>
            <a:off x="4932676" y="5929135"/>
            <a:ext cx="0" cy="9696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8" name="Straight Connector 477">
            <a:extLst>
              <a:ext uri="{FF2B5EF4-FFF2-40B4-BE49-F238E27FC236}">
                <a16:creationId xmlns:a16="http://schemas.microsoft.com/office/drawing/2014/main" id="{26E684D2-C8B5-C8BD-54C8-BE1376AE8240}"/>
              </a:ext>
            </a:extLst>
          </p:cNvPr>
          <p:cNvCxnSpPr>
            <a:cxnSpLocks/>
          </p:cNvCxnSpPr>
          <p:nvPr/>
        </p:nvCxnSpPr>
        <p:spPr>
          <a:xfrm>
            <a:off x="6252147" y="3530221"/>
            <a:ext cx="172229" cy="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2" name="Straight Connector 481">
            <a:extLst>
              <a:ext uri="{FF2B5EF4-FFF2-40B4-BE49-F238E27FC236}">
                <a16:creationId xmlns:a16="http://schemas.microsoft.com/office/drawing/2014/main" id="{47EA5CC4-337D-4B16-E6EA-5D4D05435DDD}"/>
              </a:ext>
            </a:extLst>
          </p:cNvPr>
          <p:cNvCxnSpPr>
            <a:cxnSpLocks/>
          </p:cNvCxnSpPr>
          <p:nvPr/>
        </p:nvCxnSpPr>
        <p:spPr>
          <a:xfrm>
            <a:off x="6412262" y="3535680"/>
            <a:ext cx="0" cy="273177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4" name="Straight Arrow Connector 483">
            <a:extLst>
              <a:ext uri="{FF2B5EF4-FFF2-40B4-BE49-F238E27FC236}">
                <a16:creationId xmlns:a16="http://schemas.microsoft.com/office/drawing/2014/main" id="{28BD1ED7-2D0E-6453-0E30-41D7DD7F48EA}"/>
              </a:ext>
            </a:extLst>
          </p:cNvPr>
          <p:cNvCxnSpPr>
            <a:cxnSpLocks/>
            <a:endCxn id="314" idx="1"/>
          </p:cNvCxnSpPr>
          <p:nvPr/>
        </p:nvCxnSpPr>
        <p:spPr>
          <a:xfrm>
            <a:off x="6394450" y="6256430"/>
            <a:ext cx="26092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1" name="Straight Arrow Connector 490">
            <a:extLst>
              <a:ext uri="{FF2B5EF4-FFF2-40B4-BE49-F238E27FC236}">
                <a16:creationId xmlns:a16="http://schemas.microsoft.com/office/drawing/2014/main" id="{EDCF072F-7973-78E8-266E-E37D802E7137}"/>
              </a:ext>
            </a:extLst>
          </p:cNvPr>
          <p:cNvCxnSpPr>
            <a:cxnSpLocks/>
          </p:cNvCxnSpPr>
          <p:nvPr/>
        </p:nvCxnSpPr>
        <p:spPr>
          <a:xfrm>
            <a:off x="6436199" y="4064000"/>
            <a:ext cx="226081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3" name="Straight Connector 492">
            <a:extLst>
              <a:ext uri="{FF2B5EF4-FFF2-40B4-BE49-F238E27FC236}">
                <a16:creationId xmlns:a16="http://schemas.microsoft.com/office/drawing/2014/main" id="{9DE121E6-08D0-889B-D182-12A9735142AB}"/>
              </a:ext>
            </a:extLst>
          </p:cNvPr>
          <p:cNvCxnSpPr>
            <a:cxnSpLocks/>
          </p:cNvCxnSpPr>
          <p:nvPr/>
        </p:nvCxnSpPr>
        <p:spPr>
          <a:xfrm>
            <a:off x="9405516" y="4064000"/>
            <a:ext cx="0" cy="213790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5" name="Straight Connector 494">
            <a:extLst>
              <a:ext uri="{FF2B5EF4-FFF2-40B4-BE49-F238E27FC236}">
                <a16:creationId xmlns:a16="http://schemas.microsoft.com/office/drawing/2014/main" id="{D7A7730C-2903-D46F-D1B8-96D8C9063E4F}"/>
              </a:ext>
            </a:extLst>
          </p:cNvPr>
          <p:cNvCxnSpPr>
            <a:cxnSpLocks/>
          </p:cNvCxnSpPr>
          <p:nvPr/>
        </p:nvCxnSpPr>
        <p:spPr>
          <a:xfrm>
            <a:off x="9186487" y="4072134"/>
            <a:ext cx="23191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8" name="Straight Arrow Connector 497">
            <a:extLst>
              <a:ext uri="{FF2B5EF4-FFF2-40B4-BE49-F238E27FC236}">
                <a16:creationId xmlns:a16="http://schemas.microsoft.com/office/drawing/2014/main" id="{ED24F523-874C-5A54-798C-8D31FCBC47AA}"/>
              </a:ext>
            </a:extLst>
          </p:cNvPr>
          <p:cNvCxnSpPr>
            <a:cxnSpLocks/>
          </p:cNvCxnSpPr>
          <p:nvPr/>
        </p:nvCxnSpPr>
        <p:spPr>
          <a:xfrm flipH="1">
            <a:off x="8403136" y="6219166"/>
            <a:ext cx="100719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03" name="TextBox 502">
            <a:extLst>
              <a:ext uri="{FF2B5EF4-FFF2-40B4-BE49-F238E27FC236}">
                <a16:creationId xmlns:a16="http://schemas.microsoft.com/office/drawing/2014/main" id="{37673FCF-2EAF-63F0-B1CA-F2FCC44B1B0A}"/>
              </a:ext>
            </a:extLst>
          </p:cNvPr>
          <p:cNvSpPr txBox="1"/>
          <p:nvPr/>
        </p:nvSpPr>
        <p:spPr>
          <a:xfrm>
            <a:off x="10658855" y="1412659"/>
            <a:ext cx="600272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PC4</a:t>
            </a:r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r>
              <a:rPr lang="en-US" sz="800" dirty="0"/>
              <a:t>ALU</a:t>
            </a:r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r>
              <a:rPr lang="en-US" sz="800" dirty="0"/>
              <a:t>Mem</a:t>
            </a:r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r>
              <a:rPr lang="en-US" sz="800" dirty="0"/>
              <a:t>rd</a:t>
            </a:r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r>
              <a:rPr lang="en-US" sz="800" dirty="0"/>
              <a:t>WBSel</a:t>
            </a:r>
          </a:p>
          <a:p>
            <a:r>
              <a:rPr lang="en-US" sz="800" dirty="0"/>
              <a:t>RegWEn</a:t>
            </a:r>
          </a:p>
        </p:txBody>
      </p:sp>
      <p:cxnSp>
        <p:nvCxnSpPr>
          <p:cNvPr id="505" name="Straight Arrow Connector 504">
            <a:extLst>
              <a:ext uri="{FF2B5EF4-FFF2-40B4-BE49-F238E27FC236}">
                <a16:creationId xmlns:a16="http://schemas.microsoft.com/office/drawing/2014/main" id="{8589C4D2-11D4-80BA-8D56-945124D9386F}"/>
              </a:ext>
            </a:extLst>
          </p:cNvPr>
          <p:cNvCxnSpPr>
            <a:cxnSpLocks/>
          </p:cNvCxnSpPr>
          <p:nvPr/>
        </p:nvCxnSpPr>
        <p:spPr>
          <a:xfrm>
            <a:off x="6284224" y="5476704"/>
            <a:ext cx="24127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07" name="Straight Arrow Connector 506">
            <a:extLst>
              <a:ext uri="{FF2B5EF4-FFF2-40B4-BE49-F238E27FC236}">
                <a16:creationId xmlns:a16="http://schemas.microsoft.com/office/drawing/2014/main" id="{AFF7AB1B-599A-81E7-E2B3-4C1D852BC1C2}"/>
              </a:ext>
            </a:extLst>
          </p:cNvPr>
          <p:cNvCxnSpPr>
            <a:cxnSpLocks/>
          </p:cNvCxnSpPr>
          <p:nvPr/>
        </p:nvCxnSpPr>
        <p:spPr>
          <a:xfrm>
            <a:off x="6273791" y="5375049"/>
            <a:ext cx="242322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12" name="Straight Arrow Connector 511">
            <a:extLst>
              <a:ext uri="{FF2B5EF4-FFF2-40B4-BE49-F238E27FC236}">
                <a16:creationId xmlns:a16="http://schemas.microsoft.com/office/drawing/2014/main" id="{1658D2D9-0A09-9BD6-EEB8-54F9B9D06EBA}"/>
              </a:ext>
            </a:extLst>
          </p:cNvPr>
          <p:cNvCxnSpPr>
            <a:cxnSpLocks/>
          </p:cNvCxnSpPr>
          <p:nvPr/>
        </p:nvCxnSpPr>
        <p:spPr>
          <a:xfrm>
            <a:off x="6252147" y="5293878"/>
            <a:ext cx="244486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519" name="Triangle 518">
            <a:extLst>
              <a:ext uri="{FF2B5EF4-FFF2-40B4-BE49-F238E27FC236}">
                <a16:creationId xmlns:a16="http://schemas.microsoft.com/office/drawing/2014/main" id="{FB83A9DA-4D96-4697-469B-C2CACA87DA24}"/>
              </a:ext>
            </a:extLst>
          </p:cNvPr>
          <p:cNvSpPr/>
          <p:nvPr/>
        </p:nvSpPr>
        <p:spPr>
          <a:xfrm>
            <a:off x="2572975" y="5764161"/>
            <a:ext cx="209824" cy="164974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23" name="Straight Arrow Connector 522">
            <a:extLst>
              <a:ext uri="{FF2B5EF4-FFF2-40B4-BE49-F238E27FC236}">
                <a16:creationId xmlns:a16="http://schemas.microsoft.com/office/drawing/2014/main" id="{B3BF714A-2961-2424-122A-A1586695E07F}"/>
              </a:ext>
            </a:extLst>
          </p:cNvPr>
          <p:cNvCxnSpPr>
            <a:cxnSpLocks/>
          </p:cNvCxnSpPr>
          <p:nvPr/>
        </p:nvCxnSpPr>
        <p:spPr>
          <a:xfrm flipH="1" flipV="1">
            <a:off x="2676143" y="5620014"/>
            <a:ext cx="3633" cy="1782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6" name="Straight Connector 525">
            <a:extLst>
              <a:ext uri="{FF2B5EF4-FFF2-40B4-BE49-F238E27FC236}">
                <a16:creationId xmlns:a16="http://schemas.microsoft.com/office/drawing/2014/main" id="{F8DE0760-CAD2-E1AD-BEAC-D491DD38B1AF}"/>
              </a:ext>
            </a:extLst>
          </p:cNvPr>
          <p:cNvCxnSpPr/>
          <p:nvPr/>
        </p:nvCxnSpPr>
        <p:spPr>
          <a:xfrm flipH="1">
            <a:off x="2778760" y="6461760"/>
            <a:ext cx="78531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527" name="Straight Connector 526">
            <a:extLst>
              <a:ext uri="{FF2B5EF4-FFF2-40B4-BE49-F238E27FC236}">
                <a16:creationId xmlns:a16="http://schemas.microsoft.com/office/drawing/2014/main" id="{5EF2DCA6-2E3D-14CE-CE31-4D2552DB02C9}"/>
              </a:ext>
            </a:extLst>
          </p:cNvPr>
          <p:cNvCxnSpPr>
            <a:cxnSpLocks/>
          </p:cNvCxnSpPr>
          <p:nvPr/>
        </p:nvCxnSpPr>
        <p:spPr>
          <a:xfrm flipH="1">
            <a:off x="870723" y="6461760"/>
            <a:ext cx="1912024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529" name="Straight Arrow Connector 528">
            <a:extLst>
              <a:ext uri="{FF2B5EF4-FFF2-40B4-BE49-F238E27FC236}">
                <a16:creationId xmlns:a16="http://schemas.microsoft.com/office/drawing/2014/main" id="{35732251-5307-387B-CBD7-450C9A126DB7}"/>
              </a:ext>
            </a:extLst>
          </p:cNvPr>
          <p:cNvCxnSpPr>
            <a:cxnSpLocks/>
            <a:endCxn id="530" idx="3"/>
          </p:cNvCxnSpPr>
          <p:nvPr/>
        </p:nvCxnSpPr>
        <p:spPr>
          <a:xfrm flipV="1">
            <a:off x="856495" y="4037412"/>
            <a:ext cx="10823" cy="242912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530" name="Triangle 529">
            <a:extLst>
              <a:ext uri="{FF2B5EF4-FFF2-40B4-BE49-F238E27FC236}">
                <a16:creationId xmlns:a16="http://schemas.microsoft.com/office/drawing/2014/main" id="{E4E8DEFA-D2D1-B6B8-6F34-6C882A6FCE4B}"/>
              </a:ext>
            </a:extLst>
          </p:cNvPr>
          <p:cNvSpPr/>
          <p:nvPr/>
        </p:nvSpPr>
        <p:spPr>
          <a:xfrm>
            <a:off x="762406" y="3872438"/>
            <a:ext cx="209824" cy="164974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31" name="Straight Arrow Connector 530">
            <a:extLst>
              <a:ext uri="{FF2B5EF4-FFF2-40B4-BE49-F238E27FC236}">
                <a16:creationId xmlns:a16="http://schemas.microsoft.com/office/drawing/2014/main" id="{BE5F6ECD-5F54-FE15-F1B2-1848605042E9}"/>
              </a:ext>
            </a:extLst>
          </p:cNvPr>
          <p:cNvCxnSpPr>
            <a:cxnSpLocks/>
            <a:stCxn id="530" idx="0"/>
          </p:cNvCxnSpPr>
          <p:nvPr/>
        </p:nvCxnSpPr>
        <p:spPr>
          <a:xfrm flipH="1" flipV="1">
            <a:off x="863231" y="3748952"/>
            <a:ext cx="4087" cy="1234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35" name="TextBox 534">
            <a:extLst>
              <a:ext uri="{FF2B5EF4-FFF2-40B4-BE49-F238E27FC236}">
                <a16:creationId xmlns:a16="http://schemas.microsoft.com/office/drawing/2014/main" id="{11A480BA-E54C-C94F-72DD-4625E5BD9035}"/>
              </a:ext>
            </a:extLst>
          </p:cNvPr>
          <p:cNvSpPr txBox="1"/>
          <p:nvPr/>
        </p:nvSpPr>
        <p:spPr>
          <a:xfrm>
            <a:off x="1554137" y="3335581"/>
            <a:ext cx="36260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dirty="0"/>
              <a:t>addr</a:t>
            </a:r>
          </a:p>
        </p:txBody>
      </p:sp>
      <p:sp>
        <p:nvSpPr>
          <p:cNvPr id="538" name="TextBox 537">
            <a:extLst>
              <a:ext uri="{FF2B5EF4-FFF2-40B4-BE49-F238E27FC236}">
                <a16:creationId xmlns:a16="http://schemas.microsoft.com/office/drawing/2014/main" id="{BE9B1A9B-2175-1FF7-34CC-AFF946134481}"/>
              </a:ext>
            </a:extLst>
          </p:cNvPr>
          <p:cNvSpPr txBox="1"/>
          <p:nvPr/>
        </p:nvSpPr>
        <p:spPr>
          <a:xfrm>
            <a:off x="1963067" y="3580738"/>
            <a:ext cx="34817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inst</a:t>
            </a:r>
          </a:p>
        </p:txBody>
      </p:sp>
      <p:sp>
        <p:nvSpPr>
          <p:cNvPr id="540" name="TextBox 539">
            <a:extLst>
              <a:ext uri="{FF2B5EF4-FFF2-40B4-BE49-F238E27FC236}">
                <a16:creationId xmlns:a16="http://schemas.microsoft.com/office/drawing/2014/main" id="{DD317EED-6979-192E-AE52-ECD4FAD867DD}"/>
              </a:ext>
            </a:extLst>
          </p:cNvPr>
          <p:cNvSpPr txBox="1"/>
          <p:nvPr/>
        </p:nvSpPr>
        <p:spPr>
          <a:xfrm>
            <a:off x="3950018" y="4567137"/>
            <a:ext cx="51969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Immsel</a:t>
            </a:r>
          </a:p>
        </p:txBody>
      </p:sp>
      <p:sp>
        <p:nvSpPr>
          <p:cNvPr id="542" name="TextBox 541">
            <a:extLst>
              <a:ext uri="{FF2B5EF4-FFF2-40B4-BE49-F238E27FC236}">
                <a16:creationId xmlns:a16="http://schemas.microsoft.com/office/drawing/2014/main" id="{52B4599E-1AD4-22A1-0E7D-CC4F9D0ECD95}"/>
              </a:ext>
            </a:extLst>
          </p:cNvPr>
          <p:cNvSpPr txBox="1"/>
          <p:nvPr/>
        </p:nvSpPr>
        <p:spPr>
          <a:xfrm>
            <a:off x="3631916" y="3848243"/>
            <a:ext cx="34817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inst</a:t>
            </a:r>
          </a:p>
        </p:txBody>
      </p:sp>
      <p:sp>
        <p:nvSpPr>
          <p:cNvPr id="543" name="TextBox 542">
            <a:extLst>
              <a:ext uri="{FF2B5EF4-FFF2-40B4-BE49-F238E27FC236}">
                <a16:creationId xmlns:a16="http://schemas.microsoft.com/office/drawing/2014/main" id="{402D0244-9F2D-5361-B931-6A98C8937425}"/>
              </a:ext>
            </a:extLst>
          </p:cNvPr>
          <p:cNvSpPr txBox="1"/>
          <p:nvPr/>
        </p:nvSpPr>
        <p:spPr>
          <a:xfrm>
            <a:off x="4478773" y="3847203"/>
            <a:ext cx="38824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Imm</a:t>
            </a:r>
          </a:p>
        </p:txBody>
      </p:sp>
      <p:sp>
        <p:nvSpPr>
          <p:cNvPr id="544" name="TextBox 543">
            <a:extLst>
              <a:ext uri="{FF2B5EF4-FFF2-40B4-BE49-F238E27FC236}">
                <a16:creationId xmlns:a16="http://schemas.microsoft.com/office/drawing/2014/main" id="{47245C92-FFC1-9A37-7B97-1DFD61D549B0}"/>
              </a:ext>
            </a:extLst>
          </p:cNvPr>
          <p:cNvSpPr txBox="1"/>
          <p:nvPr/>
        </p:nvSpPr>
        <p:spPr>
          <a:xfrm>
            <a:off x="3684029" y="4918941"/>
            <a:ext cx="34817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inst</a:t>
            </a:r>
          </a:p>
        </p:txBody>
      </p:sp>
      <p:sp>
        <p:nvSpPr>
          <p:cNvPr id="545" name="TextBox 544">
            <a:extLst>
              <a:ext uri="{FF2B5EF4-FFF2-40B4-BE49-F238E27FC236}">
                <a16:creationId xmlns:a16="http://schemas.microsoft.com/office/drawing/2014/main" id="{25BFF038-42C3-BDC4-4C7D-C02A647471A1}"/>
              </a:ext>
            </a:extLst>
          </p:cNvPr>
          <p:cNvSpPr txBox="1"/>
          <p:nvPr/>
        </p:nvSpPr>
        <p:spPr>
          <a:xfrm>
            <a:off x="4474914" y="4491163"/>
            <a:ext cx="389850" cy="1261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800" dirty="0"/>
          </a:p>
          <a:p>
            <a:r>
              <a:rPr lang="en-US" sz="500" dirty="0"/>
              <a:t>ASel</a:t>
            </a:r>
          </a:p>
          <a:p>
            <a:r>
              <a:rPr lang="en-US" sz="500" dirty="0"/>
              <a:t>Bsel</a:t>
            </a:r>
          </a:p>
          <a:p>
            <a:r>
              <a:rPr lang="en-US" sz="500" dirty="0"/>
              <a:t>ALUSel</a:t>
            </a:r>
          </a:p>
          <a:p>
            <a:r>
              <a:rPr lang="en-US" sz="500" dirty="0"/>
              <a:t>BrUn</a:t>
            </a:r>
          </a:p>
          <a:p>
            <a:r>
              <a:rPr lang="en-US" sz="500" dirty="0"/>
              <a:t>Branch</a:t>
            </a:r>
          </a:p>
          <a:p>
            <a:r>
              <a:rPr lang="en-US" sz="500" dirty="0"/>
              <a:t>Jump</a:t>
            </a:r>
          </a:p>
          <a:p>
            <a:r>
              <a:rPr lang="en-US" sz="500" dirty="0"/>
              <a:t>Jalr</a:t>
            </a:r>
          </a:p>
          <a:p>
            <a:r>
              <a:rPr lang="en-US" sz="500" dirty="0"/>
              <a:t>MemW</a:t>
            </a:r>
          </a:p>
          <a:p>
            <a:r>
              <a:rPr lang="en-US" sz="500" dirty="0"/>
              <a:t>WBSel</a:t>
            </a:r>
          </a:p>
          <a:p>
            <a:r>
              <a:rPr lang="en-US" sz="500" dirty="0"/>
              <a:t>RegWN</a:t>
            </a:r>
          </a:p>
          <a:p>
            <a:endParaRPr lang="en-US" dirty="0"/>
          </a:p>
        </p:txBody>
      </p:sp>
      <p:sp>
        <p:nvSpPr>
          <p:cNvPr id="550" name="TextBox 549">
            <a:extLst>
              <a:ext uri="{FF2B5EF4-FFF2-40B4-BE49-F238E27FC236}">
                <a16:creationId xmlns:a16="http://schemas.microsoft.com/office/drawing/2014/main" id="{BD924F13-40A7-0C34-ABBA-031D6D2A0EF2}"/>
              </a:ext>
            </a:extLst>
          </p:cNvPr>
          <p:cNvSpPr txBox="1"/>
          <p:nvPr/>
        </p:nvSpPr>
        <p:spPr>
          <a:xfrm>
            <a:off x="3670639" y="2606200"/>
            <a:ext cx="27603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rd</a:t>
            </a:r>
          </a:p>
        </p:txBody>
      </p:sp>
      <p:sp>
        <p:nvSpPr>
          <p:cNvPr id="551" name="TextBox 550">
            <a:extLst>
              <a:ext uri="{FF2B5EF4-FFF2-40B4-BE49-F238E27FC236}">
                <a16:creationId xmlns:a16="http://schemas.microsoft.com/office/drawing/2014/main" id="{CE10398F-73C3-B9E8-7DD8-4C0EE9C9CE59}"/>
              </a:ext>
            </a:extLst>
          </p:cNvPr>
          <p:cNvSpPr txBox="1"/>
          <p:nvPr/>
        </p:nvSpPr>
        <p:spPr>
          <a:xfrm>
            <a:off x="3670639" y="2778539"/>
            <a:ext cx="32252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rs1</a:t>
            </a:r>
          </a:p>
        </p:txBody>
      </p:sp>
      <p:sp>
        <p:nvSpPr>
          <p:cNvPr id="553" name="TextBox 552">
            <a:extLst>
              <a:ext uri="{FF2B5EF4-FFF2-40B4-BE49-F238E27FC236}">
                <a16:creationId xmlns:a16="http://schemas.microsoft.com/office/drawing/2014/main" id="{63CB7143-621C-98CF-48B6-F1D7DB3105A5}"/>
              </a:ext>
            </a:extLst>
          </p:cNvPr>
          <p:cNvSpPr txBox="1"/>
          <p:nvPr/>
        </p:nvSpPr>
        <p:spPr>
          <a:xfrm>
            <a:off x="3670639" y="3042100"/>
            <a:ext cx="32252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rs2</a:t>
            </a:r>
          </a:p>
        </p:txBody>
      </p:sp>
      <p:sp>
        <p:nvSpPr>
          <p:cNvPr id="555" name="TextBox 554">
            <a:extLst>
              <a:ext uri="{FF2B5EF4-FFF2-40B4-BE49-F238E27FC236}">
                <a16:creationId xmlns:a16="http://schemas.microsoft.com/office/drawing/2014/main" id="{7B9E63F4-8AF8-4AD8-7210-2F2F677DC5DF}"/>
              </a:ext>
            </a:extLst>
          </p:cNvPr>
          <p:cNvSpPr txBox="1"/>
          <p:nvPr/>
        </p:nvSpPr>
        <p:spPr>
          <a:xfrm>
            <a:off x="3670639" y="2375037"/>
            <a:ext cx="3978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Data</a:t>
            </a:r>
          </a:p>
        </p:txBody>
      </p:sp>
      <p:sp>
        <p:nvSpPr>
          <p:cNvPr id="556" name="TextBox 555">
            <a:extLst>
              <a:ext uri="{FF2B5EF4-FFF2-40B4-BE49-F238E27FC236}">
                <a16:creationId xmlns:a16="http://schemas.microsoft.com/office/drawing/2014/main" id="{3FCB3EDA-D923-27E9-3976-68991A67C401}"/>
              </a:ext>
            </a:extLst>
          </p:cNvPr>
          <p:cNvSpPr txBox="1"/>
          <p:nvPr/>
        </p:nvSpPr>
        <p:spPr>
          <a:xfrm>
            <a:off x="4392506" y="2442007"/>
            <a:ext cx="33054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rd1</a:t>
            </a:r>
          </a:p>
        </p:txBody>
      </p:sp>
      <p:sp>
        <p:nvSpPr>
          <p:cNvPr id="557" name="TextBox 556">
            <a:extLst>
              <a:ext uri="{FF2B5EF4-FFF2-40B4-BE49-F238E27FC236}">
                <a16:creationId xmlns:a16="http://schemas.microsoft.com/office/drawing/2014/main" id="{77C1C261-15ED-E95F-CD59-0B41B87101F4}"/>
              </a:ext>
            </a:extLst>
          </p:cNvPr>
          <p:cNvSpPr txBox="1"/>
          <p:nvPr/>
        </p:nvSpPr>
        <p:spPr>
          <a:xfrm>
            <a:off x="4377176" y="2949188"/>
            <a:ext cx="33054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rd2</a:t>
            </a:r>
          </a:p>
        </p:txBody>
      </p:sp>
      <p:cxnSp>
        <p:nvCxnSpPr>
          <p:cNvPr id="559" name="Straight Arrow Connector 558">
            <a:extLst>
              <a:ext uri="{FF2B5EF4-FFF2-40B4-BE49-F238E27FC236}">
                <a16:creationId xmlns:a16="http://schemas.microsoft.com/office/drawing/2014/main" id="{20CE3365-C679-B0A3-69E8-F74A2520BB4E}"/>
              </a:ext>
            </a:extLst>
          </p:cNvPr>
          <p:cNvCxnSpPr/>
          <p:nvPr/>
        </p:nvCxnSpPr>
        <p:spPr>
          <a:xfrm>
            <a:off x="9420625" y="4061798"/>
            <a:ext cx="128193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0" name="Straight Connector 559">
            <a:extLst>
              <a:ext uri="{FF2B5EF4-FFF2-40B4-BE49-F238E27FC236}">
                <a16:creationId xmlns:a16="http://schemas.microsoft.com/office/drawing/2014/main" id="{F1D4A44C-7EDC-9106-9A69-B2E0DFD44FEA}"/>
              </a:ext>
            </a:extLst>
          </p:cNvPr>
          <p:cNvCxnSpPr>
            <a:cxnSpLocks/>
          </p:cNvCxnSpPr>
          <p:nvPr/>
        </p:nvCxnSpPr>
        <p:spPr>
          <a:xfrm>
            <a:off x="11021614" y="4098284"/>
            <a:ext cx="83007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2" name="Straight Connector 561">
            <a:extLst>
              <a:ext uri="{FF2B5EF4-FFF2-40B4-BE49-F238E27FC236}">
                <a16:creationId xmlns:a16="http://schemas.microsoft.com/office/drawing/2014/main" id="{8614871F-D4BC-7F13-52DA-D72CF76A05F6}"/>
              </a:ext>
            </a:extLst>
          </p:cNvPr>
          <p:cNvCxnSpPr>
            <a:cxnSpLocks/>
          </p:cNvCxnSpPr>
          <p:nvPr/>
        </p:nvCxnSpPr>
        <p:spPr>
          <a:xfrm flipV="1">
            <a:off x="11852268" y="715384"/>
            <a:ext cx="0" cy="340028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5" name="Straight Connector 564">
            <a:extLst>
              <a:ext uri="{FF2B5EF4-FFF2-40B4-BE49-F238E27FC236}">
                <a16:creationId xmlns:a16="http://schemas.microsoft.com/office/drawing/2014/main" id="{7B9A3E1D-DD68-E91B-8530-69C11B84CB33}"/>
              </a:ext>
            </a:extLst>
          </p:cNvPr>
          <p:cNvCxnSpPr>
            <a:cxnSpLocks/>
          </p:cNvCxnSpPr>
          <p:nvPr/>
        </p:nvCxnSpPr>
        <p:spPr>
          <a:xfrm>
            <a:off x="3146186" y="703213"/>
            <a:ext cx="8676380" cy="1934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0" name="Straight Connector 569">
            <a:extLst>
              <a:ext uri="{FF2B5EF4-FFF2-40B4-BE49-F238E27FC236}">
                <a16:creationId xmlns:a16="http://schemas.microsoft.com/office/drawing/2014/main" id="{FF982A0B-9BB1-B95E-BAAB-A61931AD2226}"/>
              </a:ext>
            </a:extLst>
          </p:cNvPr>
          <p:cNvCxnSpPr>
            <a:cxnSpLocks/>
          </p:cNvCxnSpPr>
          <p:nvPr/>
        </p:nvCxnSpPr>
        <p:spPr>
          <a:xfrm flipH="1" flipV="1">
            <a:off x="3140942" y="715384"/>
            <a:ext cx="15640" cy="199896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77" name="TextBox 576">
            <a:extLst>
              <a:ext uri="{FF2B5EF4-FFF2-40B4-BE49-F238E27FC236}">
                <a16:creationId xmlns:a16="http://schemas.microsoft.com/office/drawing/2014/main" id="{C967A86C-F447-9E55-5177-B9843E1BF36D}"/>
              </a:ext>
            </a:extLst>
          </p:cNvPr>
          <p:cNvSpPr txBox="1"/>
          <p:nvPr/>
        </p:nvSpPr>
        <p:spPr>
          <a:xfrm>
            <a:off x="3535843" y="6083109"/>
            <a:ext cx="34817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inst</a:t>
            </a:r>
          </a:p>
        </p:txBody>
      </p:sp>
      <p:sp>
        <p:nvSpPr>
          <p:cNvPr id="578" name="TextBox 577">
            <a:extLst>
              <a:ext uri="{FF2B5EF4-FFF2-40B4-BE49-F238E27FC236}">
                <a16:creationId xmlns:a16="http://schemas.microsoft.com/office/drawing/2014/main" id="{80AE69E2-E8B5-A428-BF84-48EA298086BC}"/>
              </a:ext>
            </a:extLst>
          </p:cNvPr>
          <p:cNvSpPr txBox="1"/>
          <p:nvPr/>
        </p:nvSpPr>
        <p:spPr>
          <a:xfrm>
            <a:off x="3531711" y="6343790"/>
            <a:ext cx="37702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stall</a:t>
            </a:r>
          </a:p>
        </p:txBody>
      </p:sp>
      <p:sp>
        <p:nvSpPr>
          <p:cNvPr id="579" name="TextBox 578">
            <a:extLst>
              <a:ext uri="{FF2B5EF4-FFF2-40B4-BE49-F238E27FC236}">
                <a16:creationId xmlns:a16="http://schemas.microsoft.com/office/drawing/2014/main" id="{3CD61BEA-C2B0-350F-509C-AB7F996C1454}"/>
              </a:ext>
            </a:extLst>
          </p:cNvPr>
          <p:cNvSpPr txBox="1"/>
          <p:nvPr/>
        </p:nvSpPr>
        <p:spPr>
          <a:xfrm>
            <a:off x="9611121" y="2861470"/>
            <a:ext cx="32412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alu</a:t>
            </a:r>
          </a:p>
        </p:txBody>
      </p:sp>
      <p:sp>
        <p:nvSpPr>
          <p:cNvPr id="583" name="TextBox 582">
            <a:extLst>
              <a:ext uri="{FF2B5EF4-FFF2-40B4-BE49-F238E27FC236}">
                <a16:creationId xmlns:a16="http://schemas.microsoft.com/office/drawing/2014/main" id="{BDD1C244-C688-8BEC-DE30-B7C3700628AB}"/>
              </a:ext>
            </a:extLst>
          </p:cNvPr>
          <p:cNvSpPr txBox="1"/>
          <p:nvPr/>
        </p:nvSpPr>
        <p:spPr>
          <a:xfrm>
            <a:off x="9590313" y="3428998"/>
            <a:ext cx="32252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rs2</a:t>
            </a:r>
          </a:p>
        </p:txBody>
      </p:sp>
      <p:sp>
        <p:nvSpPr>
          <p:cNvPr id="584" name="TextBox 583">
            <a:extLst>
              <a:ext uri="{FF2B5EF4-FFF2-40B4-BE49-F238E27FC236}">
                <a16:creationId xmlns:a16="http://schemas.microsoft.com/office/drawing/2014/main" id="{FE347B07-0633-B2FE-D1D3-E73AEAB67532}"/>
              </a:ext>
            </a:extLst>
          </p:cNvPr>
          <p:cNvSpPr txBox="1"/>
          <p:nvPr/>
        </p:nvSpPr>
        <p:spPr>
          <a:xfrm>
            <a:off x="9961913" y="3220165"/>
            <a:ext cx="41549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mem</a:t>
            </a:r>
          </a:p>
        </p:txBody>
      </p:sp>
      <p:cxnSp>
        <p:nvCxnSpPr>
          <p:cNvPr id="586" name="Straight Arrow Connector 585">
            <a:extLst>
              <a:ext uri="{FF2B5EF4-FFF2-40B4-BE49-F238E27FC236}">
                <a16:creationId xmlns:a16="http://schemas.microsoft.com/office/drawing/2014/main" id="{73C50CD7-96F9-E2E6-33A4-AC6054BDF3BC}"/>
              </a:ext>
            </a:extLst>
          </p:cNvPr>
          <p:cNvCxnSpPr/>
          <p:nvPr/>
        </p:nvCxnSpPr>
        <p:spPr>
          <a:xfrm>
            <a:off x="6744467" y="5483670"/>
            <a:ext cx="0" cy="4919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87" name="Straight Arrow Connector 586">
            <a:extLst>
              <a:ext uri="{FF2B5EF4-FFF2-40B4-BE49-F238E27FC236}">
                <a16:creationId xmlns:a16="http://schemas.microsoft.com/office/drawing/2014/main" id="{C2A27E12-57B1-FBFA-EB89-1BB8C189A56E}"/>
              </a:ext>
            </a:extLst>
          </p:cNvPr>
          <p:cNvCxnSpPr>
            <a:cxnSpLocks/>
          </p:cNvCxnSpPr>
          <p:nvPr/>
        </p:nvCxnSpPr>
        <p:spPr>
          <a:xfrm flipH="1">
            <a:off x="8418707" y="6412769"/>
            <a:ext cx="117328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90" name="Straight Connector 589">
            <a:extLst>
              <a:ext uri="{FF2B5EF4-FFF2-40B4-BE49-F238E27FC236}">
                <a16:creationId xmlns:a16="http://schemas.microsoft.com/office/drawing/2014/main" id="{885DE7B3-B662-4BB0-B7AA-8F264AE60AB9}"/>
              </a:ext>
            </a:extLst>
          </p:cNvPr>
          <p:cNvCxnSpPr>
            <a:cxnSpLocks/>
          </p:cNvCxnSpPr>
          <p:nvPr/>
        </p:nvCxnSpPr>
        <p:spPr>
          <a:xfrm flipV="1">
            <a:off x="9583468" y="5483670"/>
            <a:ext cx="0" cy="926507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592" name="TextBox 591">
            <a:extLst>
              <a:ext uri="{FF2B5EF4-FFF2-40B4-BE49-F238E27FC236}">
                <a16:creationId xmlns:a16="http://schemas.microsoft.com/office/drawing/2014/main" id="{C55A11CC-274A-A677-9308-EE637C18073E}"/>
              </a:ext>
            </a:extLst>
          </p:cNvPr>
          <p:cNvSpPr txBox="1"/>
          <p:nvPr/>
        </p:nvSpPr>
        <p:spPr>
          <a:xfrm>
            <a:off x="6590193" y="6175356"/>
            <a:ext cx="3513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Inst</a:t>
            </a:r>
          </a:p>
        </p:txBody>
      </p:sp>
      <p:sp>
        <p:nvSpPr>
          <p:cNvPr id="593" name="TextBox 592">
            <a:extLst>
              <a:ext uri="{FF2B5EF4-FFF2-40B4-BE49-F238E27FC236}">
                <a16:creationId xmlns:a16="http://schemas.microsoft.com/office/drawing/2014/main" id="{DAECBB85-E0EF-D7F1-A2E3-964B494B745A}"/>
              </a:ext>
            </a:extLst>
          </p:cNvPr>
          <p:cNvSpPr txBox="1"/>
          <p:nvPr/>
        </p:nvSpPr>
        <p:spPr>
          <a:xfrm>
            <a:off x="8006576" y="6083109"/>
            <a:ext cx="45557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Inst_p</a:t>
            </a:r>
          </a:p>
        </p:txBody>
      </p:sp>
      <p:sp>
        <p:nvSpPr>
          <p:cNvPr id="594" name="TextBox 593">
            <a:extLst>
              <a:ext uri="{FF2B5EF4-FFF2-40B4-BE49-F238E27FC236}">
                <a16:creationId xmlns:a16="http://schemas.microsoft.com/office/drawing/2014/main" id="{F7C889C9-16CC-9A8E-8820-4F6E3F6DC8AB}"/>
              </a:ext>
            </a:extLst>
          </p:cNvPr>
          <p:cNvSpPr txBox="1"/>
          <p:nvPr/>
        </p:nvSpPr>
        <p:spPr>
          <a:xfrm>
            <a:off x="6598428" y="5940757"/>
            <a:ext cx="52770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regWEn</a:t>
            </a:r>
          </a:p>
        </p:txBody>
      </p:sp>
      <p:sp>
        <p:nvSpPr>
          <p:cNvPr id="597" name="TextBox 596">
            <a:extLst>
              <a:ext uri="{FF2B5EF4-FFF2-40B4-BE49-F238E27FC236}">
                <a16:creationId xmlns:a16="http://schemas.microsoft.com/office/drawing/2014/main" id="{89FF0C39-C864-B941-859B-EF7C0940ACDE}"/>
              </a:ext>
            </a:extLst>
          </p:cNvPr>
          <p:cNvSpPr txBox="1"/>
          <p:nvPr/>
        </p:nvSpPr>
        <p:spPr>
          <a:xfrm>
            <a:off x="7851957" y="6292850"/>
            <a:ext cx="63190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regWEn_p</a:t>
            </a:r>
          </a:p>
        </p:txBody>
      </p:sp>
      <p:sp>
        <p:nvSpPr>
          <p:cNvPr id="598" name="TextBox 597">
            <a:extLst>
              <a:ext uri="{FF2B5EF4-FFF2-40B4-BE49-F238E27FC236}">
                <a16:creationId xmlns:a16="http://schemas.microsoft.com/office/drawing/2014/main" id="{729ADE74-BE88-1F74-5A21-998F35DBEBE6}"/>
              </a:ext>
            </a:extLst>
          </p:cNvPr>
          <p:cNvSpPr txBox="1"/>
          <p:nvPr/>
        </p:nvSpPr>
        <p:spPr>
          <a:xfrm>
            <a:off x="7073085" y="5929135"/>
            <a:ext cx="34336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fwa</a:t>
            </a:r>
          </a:p>
        </p:txBody>
      </p:sp>
      <p:sp>
        <p:nvSpPr>
          <p:cNvPr id="599" name="TextBox 598">
            <a:extLst>
              <a:ext uri="{FF2B5EF4-FFF2-40B4-BE49-F238E27FC236}">
                <a16:creationId xmlns:a16="http://schemas.microsoft.com/office/drawing/2014/main" id="{2F7F24D1-552E-C300-49F1-89EB4EE11C73}"/>
              </a:ext>
            </a:extLst>
          </p:cNvPr>
          <p:cNvSpPr txBox="1"/>
          <p:nvPr/>
        </p:nvSpPr>
        <p:spPr>
          <a:xfrm>
            <a:off x="7474924" y="5929135"/>
            <a:ext cx="34657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fwb</a:t>
            </a:r>
          </a:p>
        </p:txBody>
      </p:sp>
      <p:sp>
        <p:nvSpPr>
          <p:cNvPr id="603" name="TextBox 602">
            <a:extLst>
              <a:ext uri="{FF2B5EF4-FFF2-40B4-BE49-F238E27FC236}">
                <a16:creationId xmlns:a16="http://schemas.microsoft.com/office/drawing/2014/main" id="{8CCFDD6D-0AF7-1D0A-2F7E-2B8297D57978}"/>
              </a:ext>
            </a:extLst>
          </p:cNvPr>
          <p:cNvSpPr txBox="1"/>
          <p:nvPr/>
        </p:nvSpPr>
        <p:spPr>
          <a:xfrm>
            <a:off x="724010" y="3583752"/>
            <a:ext cx="29527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en</a:t>
            </a:r>
          </a:p>
        </p:txBody>
      </p:sp>
      <p:sp>
        <p:nvSpPr>
          <p:cNvPr id="605" name="TextBox 604">
            <a:extLst>
              <a:ext uri="{FF2B5EF4-FFF2-40B4-BE49-F238E27FC236}">
                <a16:creationId xmlns:a16="http://schemas.microsoft.com/office/drawing/2014/main" id="{F821DB27-F1BC-C217-C52B-3F2F16F5A7E8}"/>
              </a:ext>
            </a:extLst>
          </p:cNvPr>
          <p:cNvSpPr txBox="1"/>
          <p:nvPr/>
        </p:nvSpPr>
        <p:spPr>
          <a:xfrm>
            <a:off x="2544703" y="5483670"/>
            <a:ext cx="29527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en</a:t>
            </a:r>
          </a:p>
        </p:txBody>
      </p:sp>
      <p:cxnSp>
        <p:nvCxnSpPr>
          <p:cNvPr id="608" name="Straight Arrow Connector 607">
            <a:extLst>
              <a:ext uri="{FF2B5EF4-FFF2-40B4-BE49-F238E27FC236}">
                <a16:creationId xmlns:a16="http://schemas.microsoft.com/office/drawing/2014/main" id="{D13BD147-F926-CC5D-F118-BC4DAF927021}"/>
              </a:ext>
            </a:extLst>
          </p:cNvPr>
          <p:cNvCxnSpPr>
            <a:cxnSpLocks/>
            <a:stCxn id="281" idx="2"/>
            <a:endCxn id="5" idx="0"/>
          </p:cNvCxnSpPr>
          <p:nvPr/>
        </p:nvCxnSpPr>
        <p:spPr>
          <a:xfrm flipH="1">
            <a:off x="2676143" y="855366"/>
            <a:ext cx="6546" cy="3382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11" name="Straight Arrow Connector 610">
            <a:extLst>
              <a:ext uri="{FF2B5EF4-FFF2-40B4-BE49-F238E27FC236}">
                <a16:creationId xmlns:a16="http://schemas.microsoft.com/office/drawing/2014/main" id="{2E628DB5-AF14-4FD5-54F0-0EC4CE5F0FC7}"/>
              </a:ext>
            </a:extLst>
          </p:cNvPr>
          <p:cNvCxnSpPr>
            <a:cxnSpLocks/>
            <a:stCxn id="615" idx="2"/>
          </p:cNvCxnSpPr>
          <p:nvPr/>
        </p:nvCxnSpPr>
        <p:spPr>
          <a:xfrm>
            <a:off x="6007670" y="457437"/>
            <a:ext cx="19406" cy="6130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13" name="Straight Arrow Connector 612">
            <a:extLst>
              <a:ext uri="{FF2B5EF4-FFF2-40B4-BE49-F238E27FC236}">
                <a16:creationId xmlns:a16="http://schemas.microsoft.com/office/drawing/2014/main" id="{D31DDA83-1AC9-E21A-E3A5-1C8E8E174AF2}"/>
              </a:ext>
            </a:extLst>
          </p:cNvPr>
          <p:cNvCxnSpPr>
            <a:cxnSpLocks/>
          </p:cNvCxnSpPr>
          <p:nvPr/>
        </p:nvCxnSpPr>
        <p:spPr>
          <a:xfrm>
            <a:off x="8904049" y="405914"/>
            <a:ext cx="19406" cy="6563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14" name="Straight Arrow Connector 613">
            <a:extLst>
              <a:ext uri="{FF2B5EF4-FFF2-40B4-BE49-F238E27FC236}">
                <a16:creationId xmlns:a16="http://schemas.microsoft.com/office/drawing/2014/main" id="{930B8907-B9D2-C7C5-5BE4-BD6607009ACD}"/>
              </a:ext>
            </a:extLst>
          </p:cNvPr>
          <p:cNvCxnSpPr>
            <a:cxnSpLocks/>
          </p:cNvCxnSpPr>
          <p:nvPr/>
        </p:nvCxnSpPr>
        <p:spPr>
          <a:xfrm>
            <a:off x="10842683" y="373577"/>
            <a:ext cx="19406" cy="6563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15" name="TextBox 614">
            <a:extLst>
              <a:ext uri="{FF2B5EF4-FFF2-40B4-BE49-F238E27FC236}">
                <a16:creationId xmlns:a16="http://schemas.microsoft.com/office/drawing/2014/main" id="{888DD4B5-51ED-2CAA-378C-D0996D274791}"/>
              </a:ext>
            </a:extLst>
          </p:cNvPr>
          <p:cNvSpPr txBox="1"/>
          <p:nvPr/>
        </p:nvSpPr>
        <p:spPr>
          <a:xfrm>
            <a:off x="5841599" y="211216"/>
            <a:ext cx="33214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rst</a:t>
            </a:r>
          </a:p>
        </p:txBody>
      </p:sp>
      <p:sp>
        <p:nvSpPr>
          <p:cNvPr id="616" name="TextBox 615">
            <a:extLst>
              <a:ext uri="{FF2B5EF4-FFF2-40B4-BE49-F238E27FC236}">
                <a16:creationId xmlns:a16="http://schemas.microsoft.com/office/drawing/2014/main" id="{E13C7AB0-CDE0-D1F3-85EA-4FB4EB23C50A}"/>
              </a:ext>
            </a:extLst>
          </p:cNvPr>
          <p:cNvSpPr txBox="1"/>
          <p:nvPr/>
        </p:nvSpPr>
        <p:spPr>
          <a:xfrm>
            <a:off x="8757384" y="202861"/>
            <a:ext cx="33214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rst</a:t>
            </a:r>
          </a:p>
        </p:txBody>
      </p:sp>
      <p:sp>
        <p:nvSpPr>
          <p:cNvPr id="617" name="TextBox 616">
            <a:extLst>
              <a:ext uri="{FF2B5EF4-FFF2-40B4-BE49-F238E27FC236}">
                <a16:creationId xmlns:a16="http://schemas.microsoft.com/office/drawing/2014/main" id="{BAFC9A4C-FDF4-415A-A9AA-5CF8DF6069E4}"/>
              </a:ext>
            </a:extLst>
          </p:cNvPr>
          <p:cNvSpPr txBox="1"/>
          <p:nvPr/>
        </p:nvSpPr>
        <p:spPr>
          <a:xfrm>
            <a:off x="10665377" y="158652"/>
            <a:ext cx="33214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rst</a:t>
            </a:r>
          </a:p>
        </p:txBody>
      </p:sp>
      <p:sp>
        <p:nvSpPr>
          <p:cNvPr id="631" name="Diagonal Stripe 630">
            <a:extLst>
              <a:ext uri="{FF2B5EF4-FFF2-40B4-BE49-F238E27FC236}">
                <a16:creationId xmlns:a16="http://schemas.microsoft.com/office/drawing/2014/main" id="{C5F69EF8-CBA3-45C3-0629-FE73A620D437}"/>
              </a:ext>
            </a:extLst>
          </p:cNvPr>
          <p:cNvSpPr/>
          <p:nvPr/>
        </p:nvSpPr>
        <p:spPr>
          <a:xfrm rot="8189324">
            <a:off x="6625361" y="2302149"/>
            <a:ext cx="379487" cy="378031"/>
          </a:xfrm>
          <a:prstGeom prst="diagStrip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32" name="Diagonal Stripe 631">
            <a:extLst>
              <a:ext uri="{FF2B5EF4-FFF2-40B4-BE49-F238E27FC236}">
                <a16:creationId xmlns:a16="http://schemas.microsoft.com/office/drawing/2014/main" id="{1E0F3791-1D16-16E9-1E15-092843487BBC}"/>
              </a:ext>
            </a:extLst>
          </p:cNvPr>
          <p:cNvSpPr/>
          <p:nvPr/>
        </p:nvSpPr>
        <p:spPr>
          <a:xfrm rot="8189324">
            <a:off x="6625362" y="2991688"/>
            <a:ext cx="379487" cy="378031"/>
          </a:xfrm>
          <a:prstGeom prst="diagStrip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633" name="Straight Arrow Connector 632">
            <a:extLst>
              <a:ext uri="{FF2B5EF4-FFF2-40B4-BE49-F238E27FC236}">
                <a16:creationId xmlns:a16="http://schemas.microsoft.com/office/drawing/2014/main" id="{7FE732C3-C187-5DAE-2694-5CD108737A5E}"/>
              </a:ext>
            </a:extLst>
          </p:cNvPr>
          <p:cNvCxnSpPr>
            <a:cxnSpLocks/>
            <a:stCxn id="631" idx="2"/>
          </p:cNvCxnSpPr>
          <p:nvPr/>
        </p:nvCxnSpPr>
        <p:spPr>
          <a:xfrm flipV="1">
            <a:off x="6948977" y="2490460"/>
            <a:ext cx="575200" cy="39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8" name="Straight Arrow Connector 637">
            <a:extLst>
              <a:ext uri="{FF2B5EF4-FFF2-40B4-BE49-F238E27FC236}">
                <a16:creationId xmlns:a16="http://schemas.microsoft.com/office/drawing/2014/main" id="{16C479CD-44A6-AD4A-93BA-F9784A08539A}"/>
              </a:ext>
            </a:extLst>
          </p:cNvPr>
          <p:cNvCxnSpPr>
            <a:cxnSpLocks/>
          </p:cNvCxnSpPr>
          <p:nvPr/>
        </p:nvCxnSpPr>
        <p:spPr>
          <a:xfrm>
            <a:off x="6955285" y="3155643"/>
            <a:ext cx="519295" cy="79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1" name="Straight Connector 640">
            <a:extLst>
              <a:ext uri="{FF2B5EF4-FFF2-40B4-BE49-F238E27FC236}">
                <a16:creationId xmlns:a16="http://schemas.microsoft.com/office/drawing/2014/main" id="{41CF66A0-07C8-310F-F364-A28C4FDF641A}"/>
              </a:ext>
            </a:extLst>
          </p:cNvPr>
          <p:cNvCxnSpPr>
            <a:cxnSpLocks/>
          </p:cNvCxnSpPr>
          <p:nvPr/>
        </p:nvCxnSpPr>
        <p:spPr>
          <a:xfrm flipH="1" flipV="1">
            <a:off x="7202584" y="3535680"/>
            <a:ext cx="5917" cy="2424678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642" name="Straight Connector 641">
            <a:extLst>
              <a:ext uri="{FF2B5EF4-FFF2-40B4-BE49-F238E27FC236}">
                <a16:creationId xmlns:a16="http://schemas.microsoft.com/office/drawing/2014/main" id="{0CFA6656-D39F-602A-079E-B0E4F6DB7159}"/>
              </a:ext>
            </a:extLst>
          </p:cNvPr>
          <p:cNvCxnSpPr>
            <a:cxnSpLocks/>
          </p:cNvCxnSpPr>
          <p:nvPr/>
        </p:nvCxnSpPr>
        <p:spPr>
          <a:xfrm flipV="1">
            <a:off x="7644745" y="4980176"/>
            <a:ext cx="0" cy="968951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646" name="Elbow Connector 645">
            <a:extLst>
              <a:ext uri="{FF2B5EF4-FFF2-40B4-BE49-F238E27FC236}">
                <a16:creationId xmlns:a16="http://schemas.microsoft.com/office/drawing/2014/main" id="{8214C9E9-0B28-5D8F-AD33-B9A69DCCD75D}"/>
              </a:ext>
            </a:extLst>
          </p:cNvPr>
          <p:cNvCxnSpPr>
            <a:endCxn id="632" idx="3"/>
          </p:cNvCxnSpPr>
          <p:nvPr/>
        </p:nvCxnSpPr>
        <p:spPr>
          <a:xfrm rot="10800000">
            <a:off x="6876438" y="3383104"/>
            <a:ext cx="326146" cy="15257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647" name="Elbow Connector 646">
            <a:extLst>
              <a:ext uri="{FF2B5EF4-FFF2-40B4-BE49-F238E27FC236}">
                <a16:creationId xmlns:a16="http://schemas.microsoft.com/office/drawing/2014/main" id="{A3FF39D8-B0E6-1FD8-589B-7266D78E95FE}"/>
              </a:ext>
            </a:extLst>
          </p:cNvPr>
          <p:cNvCxnSpPr>
            <a:cxnSpLocks/>
          </p:cNvCxnSpPr>
          <p:nvPr/>
        </p:nvCxnSpPr>
        <p:spPr>
          <a:xfrm rot="10800000">
            <a:off x="6919778" y="2678019"/>
            <a:ext cx="384578" cy="14787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651" name="Straight Connector 650">
            <a:extLst>
              <a:ext uri="{FF2B5EF4-FFF2-40B4-BE49-F238E27FC236}">
                <a16:creationId xmlns:a16="http://schemas.microsoft.com/office/drawing/2014/main" id="{17268638-1C29-AD42-5069-3EF8A25586BB}"/>
              </a:ext>
            </a:extLst>
          </p:cNvPr>
          <p:cNvCxnSpPr>
            <a:cxnSpLocks/>
          </p:cNvCxnSpPr>
          <p:nvPr/>
        </p:nvCxnSpPr>
        <p:spPr>
          <a:xfrm flipV="1">
            <a:off x="7297524" y="2828056"/>
            <a:ext cx="0" cy="215212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654" name="Straight Connector 653">
            <a:extLst>
              <a:ext uri="{FF2B5EF4-FFF2-40B4-BE49-F238E27FC236}">
                <a16:creationId xmlns:a16="http://schemas.microsoft.com/office/drawing/2014/main" id="{9902F8D4-1B99-BB01-8C61-649682703E58}"/>
              </a:ext>
            </a:extLst>
          </p:cNvPr>
          <p:cNvCxnSpPr>
            <a:cxnSpLocks/>
          </p:cNvCxnSpPr>
          <p:nvPr/>
        </p:nvCxnSpPr>
        <p:spPr>
          <a:xfrm>
            <a:off x="7286085" y="4980176"/>
            <a:ext cx="358660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666" name="Straight Connector 665">
            <a:extLst>
              <a:ext uri="{FF2B5EF4-FFF2-40B4-BE49-F238E27FC236}">
                <a16:creationId xmlns:a16="http://schemas.microsoft.com/office/drawing/2014/main" id="{BE72393E-616A-8BA2-85BE-B6ED79974667}"/>
              </a:ext>
            </a:extLst>
          </p:cNvPr>
          <p:cNvCxnSpPr>
            <a:cxnSpLocks/>
          </p:cNvCxnSpPr>
          <p:nvPr/>
        </p:nvCxnSpPr>
        <p:spPr>
          <a:xfrm>
            <a:off x="6483350" y="958850"/>
            <a:ext cx="0" cy="133594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8" name="Straight Arrow Connector 667">
            <a:extLst>
              <a:ext uri="{FF2B5EF4-FFF2-40B4-BE49-F238E27FC236}">
                <a16:creationId xmlns:a16="http://schemas.microsoft.com/office/drawing/2014/main" id="{2D5DB2D7-F42C-BA88-30E7-575DED003A63}"/>
              </a:ext>
            </a:extLst>
          </p:cNvPr>
          <p:cNvCxnSpPr/>
          <p:nvPr/>
        </p:nvCxnSpPr>
        <p:spPr>
          <a:xfrm>
            <a:off x="6502400" y="2286000"/>
            <a:ext cx="2667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71" name="Straight Connector 670">
            <a:extLst>
              <a:ext uri="{FF2B5EF4-FFF2-40B4-BE49-F238E27FC236}">
                <a16:creationId xmlns:a16="http://schemas.microsoft.com/office/drawing/2014/main" id="{D63D982E-6D71-BEE2-AC95-7329C97EAA1C}"/>
              </a:ext>
            </a:extLst>
          </p:cNvPr>
          <p:cNvCxnSpPr>
            <a:cxnSpLocks/>
          </p:cNvCxnSpPr>
          <p:nvPr/>
        </p:nvCxnSpPr>
        <p:spPr>
          <a:xfrm>
            <a:off x="6490144" y="2274101"/>
            <a:ext cx="0" cy="96560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73" name="Straight Arrow Connector 672">
            <a:extLst>
              <a:ext uri="{FF2B5EF4-FFF2-40B4-BE49-F238E27FC236}">
                <a16:creationId xmlns:a16="http://schemas.microsoft.com/office/drawing/2014/main" id="{DB86057B-EC7A-37FF-7102-9A7FDA838630}"/>
              </a:ext>
            </a:extLst>
          </p:cNvPr>
          <p:cNvCxnSpPr>
            <a:cxnSpLocks/>
          </p:cNvCxnSpPr>
          <p:nvPr/>
        </p:nvCxnSpPr>
        <p:spPr>
          <a:xfrm flipV="1">
            <a:off x="6488163" y="3231943"/>
            <a:ext cx="320331" cy="77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78" name="Straight Connector 677">
            <a:extLst>
              <a:ext uri="{FF2B5EF4-FFF2-40B4-BE49-F238E27FC236}">
                <a16:creationId xmlns:a16="http://schemas.microsoft.com/office/drawing/2014/main" id="{380D9089-A402-D577-C0AD-659A20128BB1}"/>
              </a:ext>
            </a:extLst>
          </p:cNvPr>
          <p:cNvCxnSpPr/>
          <p:nvPr/>
        </p:nvCxnSpPr>
        <p:spPr>
          <a:xfrm flipV="1">
            <a:off x="9438087" y="843184"/>
            <a:ext cx="0" cy="135156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80" name="Straight Connector 679">
            <a:extLst>
              <a:ext uri="{FF2B5EF4-FFF2-40B4-BE49-F238E27FC236}">
                <a16:creationId xmlns:a16="http://schemas.microsoft.com/office/drawing/2014/main" id="{5F43B47A-4D41-F221-2B46-2048AACC6B8E}"/>
              </a:ext>
            </a:extLst>
          </p:cNvPr>
          <p:cNvCxnSpPr>
            <a:cxnSpLocks/>
          </p:cNvCxnSpPr>
          <p:nvPr/>
        </p:nvCxnSpPr>
        <p:spPr>
          <a:xfrm>
            <a:off x="6359549" y="855366"/>
            <a:ext cx="306633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85" name="Straight Connector 684">
            <a:extLst>
              <a:ext uri="{FF2B5EF4-FFF2-40B4-BE49-F238E27FC236}">
                <a16:creationId xmlns:a16="http://schemas.microsoft.com/office/drawing/2014/main" id="{8DE4AB1B-7092-B213-BB31-A2340CE0AA53}"/>
              </a:ext>
            </a:extLst>
          </p:cNvPr>
          <p:cNvCxnSpPr>
            <a:cxnSpLocks/>
          </p:cNvCxnSpPr>
          <p:nvPr/>
        </p:nvCxnSpPr>
        <p:spPr>
          <a:xfrm flipV="1">
            <a:off x="6377805" y="850772"/>
            <a:ext cx="0" cy="250722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92" name="Straight Arrow Connector 691">
            <a:extLst>
              <a:ext uri="{FF2B5EF4-FFF2-40B4-BE49-F238E27FC236}">
                <a16:creationId xmlns:a16="http://schemas.microsoft.com/office/drawing/2014/main" id="{435D38E6-ECFA-F5EA-50EA-4C0B8AC1F96A}"/>
              </a:ext>
            </a:extLst>
          </p:cNvPr>
          <p:cNvCxnSpPr>
            <a:cxnSpLocks/>
          </p:cNvCxnSpPr>
          <p:nvPr/>
        </p:nvCxnSpPr>
        <p:spPr>
          <a:xfrm>
            <a:off x="6379441" y="2713922"/>
            <a:ext cx="39023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96" name="Straight Arrow Connector 695">
            <a:extLst>
              <a:ext uri="{FF2B5EF4-FFF2-40B4-BE49-F238E27FC236}">
                <a16:creationId xmlns:a16="http://schemas.microsoft.com/office/drawing/2014/main" id="{BEDC5804-2D45-1C95-09B4-AFE1860F9B45}"/>
              </a:ext>
            </a:extLst>
          </p:cNvPr>
          <p:cNvCxnSpPr>
            <a:cxnSpLocks/>
          </p:cNvCxnSpPr>
          <p:nvPr/>
        </p:nvCxnSpPr>
        <p:spPr>
          <a:xfrm>
            <a:off x="6386369" y="3355840"/>
            <a:ext cx="39023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00" name="Straight Connector 699">
            <a:extLst>
              <a:ext uri="{FF2B5EF4-FFF2-40B4-BE49-F238E27FC236}">
                <a16:creationId xmlns:a16="http://schemas.microsoft.com/office/drawing/2014/main" id="{69B94B0A-95FA-6FDB-FDBB-B8F96B65F06A}"/>
              </a:ext>
            </a:extLst>
          </p:cNvPr>
          <p:cNvCxnSpPr/>
          <p:nvPr/>
        </p:nvCxnSpPr>
        <p:spPr>
          <a:xfrm flipV="1">
            <a:off x="7926741" y="1802006"/>
            <a:ext cx="0" cy="5160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01" name="Straight Connector 700">
            <a:extLst>
              <a:ext uri="{FF2B5EF4-FFF2-40B4-BE49-F238E27FC236}">
                <a16:creationId xmlns:a16="http://schemas.microsoft.com/office/drawing/2014/main" id="{F98CABB3-5A80-5E56-435D-3C3B97C36D81}"/>
              </a:ext>
            </a:extLst>
          </p:cNvPr>
          <p:cNvCxnSpPr>
            <a:cxnSpLocks/>
            <a:endCxn id="372" idx="0"/>
          </p:cNvCxnSpPr>
          <p:nvPr/>
        </p:nvCxnSpPr>
        <p:spPr>
          <a:xfrm flipV="1">
            <a:off x="8015074" y="1802006"/>
            <a:ext cx="7342" cy="136899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705" name="Ink 704">
                <a:extLst>
                  <a:ext uri="{FF2B5EF4-FFF2-40B4-BE49-F238E27FC236}">
                    <a16:creationId xmlns:a16="http://schemas.microsoft.com/office/drawing/2014/main" id="{89D0B7A0-1B2A-1B8F-9A7A-3F1DD8E3DABC}"/>
                  </a:ext>
                </a:extLst>
              </p14:cNvPr>
              <p14:cNvContentPartPr/>
              <p14:nvPr/>
            </p14:nvContentPartPr>
            <p14:xfrm>
              <a:off x="441240" y="3869760"/>
              <a:ext cx="360" cy="360"/>
            </p14:xfrm>
          </p:contentPart>
        </mc:Choice>
        <mc:Fallback>
          <p:pic>
            <p:nvPicPr>
              <p:cNvPr id="705" name="Ink 704">
                <a:extLst>
                  <a:ext uri="{FF2B5EF4-FFF2-40B4-BE49-F238E27FC236}">
                    <a16:creationId xmlns:a16="http://schemas.microsoft.com/office/drawing/2014/main" id="{89D0B7A0-1B2A-1B8F-9A7A-3F1DD8E3DAB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2600" y="3860760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513740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1271</TotalTime>
  <Words>100</Words>
  <Application>Microsoft Macintosh PowerPoint</Application>
  <PresentationFormat>Widescreen</PresentationFormat>
  <Paragraphs>187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Yacine Ouhrouche</dc:creator>
  <cp:lastModifiedBy>Yacine Ouhrouche</cp:lastModifiedBy>
  <cp:revision>9</cp:revision>
  <dcterms:created xsi:type="dcterms:W3CDTF">2026-03-27T00:31:26Z</dcterms:created>
  <dcterms:modified xsi:type="dcterms:W3CDTF">2026-03-27T21:43:02Z</dcterms:modified>
</cp:coreProperties>
</file>